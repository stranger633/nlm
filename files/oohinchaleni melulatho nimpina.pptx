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990E-4AC9-DDCE-9DE0-1A01472D4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4C54B-5BE3-403F-8154-7C10A3178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49E6-5481-8E3E-BC5E-E1F7E901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8865D-E835-B8E3-4C2B-E7E2B4E8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61226-9859-5A33-D4EF-6DCB1281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4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5B72-7080-FAE1-1E61-8B0DDED8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6727-7189-41FB-7365-3DB4578EF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86044-B931-B599-9FFF-076AD85E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749D0-77CA-18D1-D96D-006142B6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EB891-3B04-C0B1-D1B9-8D67B9F4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9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1918B-38CD-005E-B350-B85F3916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17269-B0F7-8EC2-CAB5-C6220B2B2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4A2E2-4609-97D1-8482-FA8407F5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61FEA-D7EB-4105-C759-82E4A863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3C0BA-5A5F-FF2B-8251-8FF1F812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05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AA97-CEC9-3A74-DDB7-B55EE6CF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5C042-AE9B-66B7-412F-F067EAF3C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E4C32-718F-FBFA-9B7C-FA1D8B8A9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30866-DE0A-6117-616F-EEFB230F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AA1B2-9912-0567-6B2D-D7E1262B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29B02-2369-9FA4-0798-8DD581FA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7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88E0-3E1A-1417-C443-0DFC1103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A62E8-FDE4-C341-0136-88002AF41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D1E8F-BCDC-F564-8D4A-82298D981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5BAD5-4120-7F97-E4E2-92E1B0158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F315C-203D-BCFE-6F67-69462B96A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C1F7E-FDEA-6768-858B-7B410EEF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A6773-02AB-8B7F-4ABA-89F3689E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CF8AC-94A8-CFD8-C2AD-2BE57384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9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384B-AB2A-8C01-5ADC-1330C7EF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1F4A8-E4CB-C1C8-B4AF-3A413389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8B8BC-4732-F443-FDA3-492EC24E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877DD-97DA-BC75-375C-AD509555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677A1-14D1-C98B-75A2-02132206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DCCB8B-A534-C45D-A70A-4E642868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F3725-C219-80D7-ED6E-1FBC2DBC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45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CBA2-AB6A-EEDC-7E87-15574C81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B404-2669-218B-10F1-984D07B28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D9D29-1FD8-9EDF-C941-941642EFD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E3DED-6564-D371-E3DC-BEA44013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E86C3-42D8-AF9A-6C66-8CF63C0A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0F323-B28B-2EA1-B3EC-88492E70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27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DAD5-EB64-E9DC-082A-6E0AEBC6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B12CF-3765-3BD6-2D12-003386F6D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E2A65-EB89-AE9B-EF89-3B4FAA502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0D043-21F6-8CEF-3A1B-290E8BA8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4B475-F9FB-CC95-A055-B51355FC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DB353-FF9A-3C23-66E0-8D74CBE2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5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F983-72B3-58A2-7BA0-431A19D9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9503C-FB86-8014-08FF-774F05473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5D8B-78FA-2B16-FA85-04E59C65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6230-1063-7796-10E4-87B48833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C5A4-0175-32C7-211B-04BFD361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700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96679-54C1-6253-0BBE-BC70B8A50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3C096-C386-34BA-C9C6-1630902C3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8F58A-EC1E-3ACC-5BFE-6ED0071F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358F-8185-B72A-ABB7-1A94393A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2A10-A751-63CE-2E0D-F1CEFBA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5313C-F1F2-9345-F371-57D09568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D71FC-7046-E28D-83C2-CE65EFAE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FCAA3-EC68-EDF4-0000-8A8EE28AA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AFDB-184A-417C-9AE8-BED75CF5EE4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0951F-C17A-5E88-CDDB-3F8F8C08B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30039-9CED-50B5-4787-B4B5DE55B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AFFCD-8DC0-45AD-8584-7C37F8487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F449-CEC7-3C82-886E-4D0765590E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93F7E-034B-8A9D-1E8D-61475B7889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6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C35E-208D-578E-54FA-50104E3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8D547F-47B0-6E5C-7687-209A7168F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27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369FEB-9CED-1AF2-5793-E1FF5F38558A}"/>
              </a:ext>
            </a:extLst>
          </p:cNvPr>
          <p:cNvSpPr txBox="1"/>
          <p:nvPr/>
        </p:nvSpPr>
        <p:spPr>
          <a:xfrm>
            <a:off x="411956" y="896937"/>
            <a:ext cx="111490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ఊహించలేని మేలులతో నింపిన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యేసయ్యా నీకే నా వందనం (2)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వర్ణించగలనా నీ కార్యముల్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వివరించగలనా నీ మేలులన్ (2)   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0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2E47-0503-CF66-D1D6-BC0774AF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962F4E-FBEE-15FD-EEAF-CF5476413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865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5E6CF7-D054-BF2A-5A34-D11BAC1ECC63}"/>
              </a:ext>
            </a:extLst>
          </p:cNvPr>
          <p:cNvSpPr txBox="1"/>
          <p:nvPr/>
        </p:nvSpPr>
        <p:spPr>
          <a:xfrm>
            <a:off x="507206" y="754063"/>
            <a:ext cx="1117758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మేలుతో నా హృదయం తృప్తిపరచినావు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రక్షణ పాత్రనిచ్చి నిను స్తుతియింతును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ఇశ్రాయేలు దేవుడా నా రక్షకా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స్తుతియింతును నీ నామమున్ (2)    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64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30FE-6CD7-606E-520B-F589341F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17D0C2-133A-541C-1E61-6B404569C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3" y="0"/>
            <a:ext cx="1207293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A34CCC-3500-5E07-D1E4-39B283DD1031}"/>
              </a:ext>
            </a:extLst>
          </p:cNvPr>
          <p:cNvSpPr txBox="1"/>
          <p:nvPr/>
        </p:nvSpPr>
        <p:spPr>
          <a:xfrm>
            <a:off x="838200" y="1340554"/>
            <a:ext cx="109001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దీనస్థితిని నీవు మార్చినావు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జీవితానికి విలువనిచ్చినావు (2)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కృపకు నన్ను ఆహ్వానించినావు</a:t>
            </a:r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 సన్నిధి నాకు తోడునిచ్చినావు (2)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2025-09-28T07:10:26Z</dcterms:created>
  <dcterms:modified xsi:type="dcterms:W3CDTF">2025-09-28T07:10:27Z</dcterms:modified>
</cp:coreProperties>
</file>