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98" r:id="rId4"/>
    <p:sldId id="3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3CE3-8A22-FDB3-FF5F-C659B538C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37484-8DFB-D5BD-A9CB-C420C3777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B9CD5-5B8B-16A3-60CB-2F16DAFC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922F-651E-07AD-5914-E442739D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2426-7CCE-B48B-298E-9115B531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2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9A0D-6CA4-114B-7B50-59EBE441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9E9FF-A586-4EA1-9141-1F11F93B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9BB7-5847-B8C9-2047-D7DBBD63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4B63-D532-A905-965D-CB548A9A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2DFE8-CB8D-1705-4BE1-6BE5B18B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99C6-953E-5E08-5D56-2EF36102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233CC-2CD2-BB9E-3889-DF6C14D9C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55D3D-B741-9D3C-C4AE-29E45080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AFAF9-2984-DE8F-14E8-3D316D1A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8B803-C21B-CF47-194A-5B2F8AD5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BFA9-5A84-24B2-C9BF-0D047AE0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935B2-B6F1-EE0A-9949-2A90E332F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D94C2-C064-98D1-C3C2-D61982AD8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25E32-25EF-366A-329A-373C3F0F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A4C19-B695-191C-2D03-51E7058B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9B5B9-ABF0-B446-4F04-417D1D69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98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3479-6A98-58EC-8BAD-2A279A18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6E401-7082-50F5-9784-CE2DD06F3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5B333-BF3C-F619-2196-C8BD463C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38465-B343-A0F4-F214-C142BCB8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AAD02-960D-A1CD-5261-DC0D751ED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244BC7-B588-8C47-D241-758FA36A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C512-BBA3-E559-DF0C-1C316B948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935FA-C36E-8EF2-EC92-A31A7EAE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2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BC3C-AEB5-D74A-D9DA-5E878A45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5A849-CF3A-7D94-3B7F-7447FAB0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9668E-772C-8198-A005-7E9C6F98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A9673-E4AC-5720-95A1-47D9D54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75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A1E66-C1D7-CE8E-D81A-2138B4E0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E3321-A4FD-35A2-83C7-18771027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174A4-8993-0EC2-7B7D-FA0D7F97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79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FEBD-1025-7DF5-E807-803E617F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A5B4-D63C-E0FC-F7E5-EFD841FA3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593F2-5DAB-3C38-FCD8-F71D23C74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EC37F-365D-39FC-3BF7-4C849C1F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E0CD1-F26D-DB34-DC76-43A32CA4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73284-4294-F191-ABF1-6009552F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3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1D87-801C-B109-AC7A-B476E681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BE50A-FD92-081A-E549-40BBBA0C3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1ECBB-B250-002D-6360-3EC4520E0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48387-E810-FFDC-6BDA-58D53BCF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B78A0-6088-673F-DAA9-1FF30695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8AACE-7EC8-4E54-042D-80A1A25F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95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0F4E-A96F-24EE-AC02-7CE84454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361C0-0CCD-C2B5-B59F-B980BF25A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BBE7A-6777-D0B2-9FFB-9DF4DAE2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9EB6-E72D-F280-FAB0-1A2F9BB6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D97DE-6527-82BC-4A5A-ED7C92DD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25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FB5A8-7E41-936E-83C1-8C8E1733B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24D85-27DA-30A4-F781-4AE363310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B4E2-0385-1737-16E1-49742D9D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9D44E-5A81-F553-D48B-977D7A25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67FCF-9780-0119-9284-A11A9E2E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73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CBE984-293C-5641-00BF-0520953E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70449-08FB-D89F-D703-3EAE0F223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37F7-6AE6-6C18-5917-09A877E3E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FC8EF-2D47-4029-9C00-5DAB05CD4C8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F1A6F-34D2-C6C1-DFD0-7552980CF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5B20B-7F01-4E51-76D4-D8B31020C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56151-65A3-4460-AB8B-ACA83507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82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7AAA-6C4E-C4A3-65F4-41C4AF925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9DFA5-FF7C-37D0-A84E-5BFE1A405A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89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B55D-B43F-3E95-B2C0-F2341E7E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A32388-DA0F-7056-BE78-47D3CDB25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A55B42-0C8A-69CE-AC91-707EE7F7767F}"/>
              </a:ext>
            </a:extLst>
          </p:cNvPr>
          <p:cNvSpPr txBox="1"/>
          <p:nvPr/>
        </p:nvSpPr>
        <p:spPr>
          <a:xfrm>
            <a:off x="1023938" y="1027906"/>
            <a:ext cx="99179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సదాకాలము నీతో నేను జీవించెదను యేసయ్య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యేసయ్యా యేసయ్యా యేసయ్యా యేసయ్యా (2)     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46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0B4B-0081-6C2F-96C4-8960DD83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C8D09C-87BD-4075-D555-42F9C9F3C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12096750" cy="6762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688ACA-BAFA-8FD0-AB27-33848DE175AC}"/>
              </a:ext>
            </a:extLst>
          </p:cNvPr>
          <p:cNvSpPr txBox="1"/>
          <p:nvPr/>
        </p:nvSpPr>
        <p:spPr>
          <a:xfrm>
            <a:off x="471488" y="1273969"/>
            <a:ext cx="108823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పాపాల ఊభిలో పడియున్న నన్ను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ప్రేమతో నన్ను లేపావయ్యా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ఏ తోడులేని నాకు నా తోడుగా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అండగా నీవు నిలిచావయ్యా (2)    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0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54D2-A7FB-B3B0-946C-5E56E10B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FA97C5-43FF-73EA-D0DC-15FA0195E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56753"/>
            <a:ext cx="12001500" cy="6744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36215-7993-D989-3B56-6650E684E017}"/>
              </a:ext>
            </a:extLst>
          </p:cNvPr>
          <p:cNvSpPr txBox="1"/>
          <p:nvPr/>
        </p:nvSpPr>
        <p:spPr>
          <a:xfrm>
            <a:off x="619127" y="1536174"/>
            <a:ext cx="103417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వాత్సల్యమును నాపై చూపించి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సాక్షిగా నన్ను నిలిపావయ్యా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ఆశ్చర్యకార్యములు ఎన్నో చేసి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పాత్రగా నన్ను మలిచావయ్యా (2)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47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2025-09-28T07:11:54Z</dcterms:created>
  <dcterms:modified xsi:type="dcterms:W3CDTF">2025-09-28T07:11:55Z</dcterms:modified>
</cp:coreProperties>
</file>