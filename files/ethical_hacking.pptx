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774A-7353-446F-B961-8E6D5D7F5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BC0D6-89CB-4889-B81A-87F7CCF39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E38DF-199B-4D6C-99BE-7E25DD52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3C00B-A945-4533-9A68-35278B74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BAC04-93AF-4C04-B222-D69AA7BB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80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301D-09C4-4496-8AA2-48D20AC0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DE23-D190-4DC3-88D8-F4E91B77C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28A52-574A-4EE6-9805-F5ED77DF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DF4B6-BB4A-4981-ACF0-3A84EDA9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01E38-696C-4D71-BCF4-082783E5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041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A33C-B9FF-4F88-8C1F-A1CAAFEF7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FF26B-9035-4210-A868-62D6872BC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42DEA-2217-4371-8700-860332DA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5AC8-11CE-4CAC-9BC5-4624AD40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DE9E2-CA1D-4392-975A-6F26424A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47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3820D-EF28-48CC-921B-24CDBC5C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233E2-AFF5-4FDC-82F7-5F9E28409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F1B74-52AC-4BF7-A3AB-3D0A4BE28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74557-B9CE-4B59-8AA7-EC04F79DC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CB44D-6083-46E8-8670-3414D0AF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1A3CE-06C3-4677-9D72-5A53AC31C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064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F0EC7-6F09-4EEC-B3B0-FFD51EE8E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BC0D7-00CF-4933-90BC-499749F8C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FF864A-5CD3-445E-9A64-4EA898524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B23364-3A4F-47AA-ADC6-EBEBC2A0B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7049C1-0DC1-4697-AD00-3AC9233A4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4A4C5-B2C4-49AA-9D37-8A5B19D4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35D3D4-808C-4457-882E-6D806D1E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9BF697-C5B9-4D1F-83C6-A56E130B4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26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C7F3-8955-40A9-A378-54759E47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0BFBC-5B94-425B-AACC-B7EFC87B7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27D8E-A6EE-4E00-8724-FD7BAE9A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7E2C6-940B-42BF-998D-63EBFF9CB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67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A49B2-12A6-4F97-B462-60AF7C9D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9D3D1-3DD6-457B-BCF0-FB794660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2ABDE-169C-4A35-85D8-35CCBBA7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17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A271-F1A8-4A6D-8287-2D04CEF4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8ACE6-CB1E-4D5C-AD2B-B36050328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56B83F-4084-40BA-AAD5-763C1C513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A522E-D837-4ABD-B9B8-B64FB84D1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6D11F-FAFA-4297-B0FA-6FC8642A4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B23F9-A627-40CA-854F-69A1436EC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152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4C2D-00B2-43BA-ACF6-415D083A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2E1B1-0455-49B4-9AA8-1D02B3235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B9947-4E5C-44CE-AD91-AF26856D9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60568-F546-4372-BE57-443F55418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CEB6-F4AD-4249-9DCD-9CEF6106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202CA-6177-4453-BCF3-7E7DDD235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22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E588-F339-496E-AB29-B15122A5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C3E6A-B931-427D-89CB-96917565D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65B-F19F-45F9-A406-D5358C94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1BBD1-C5A0-418B-A019-521976520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58AB1-CF4A-443F-BBFD-5B11CB57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16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2820D9-6B95-47D0-9A70-877B4DC40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710E9-BBFB-4A55-B7A9-2ECF183B2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AC342-241D-4CBF-8B48-40BBAC35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233C9-CDFF-4E7D-8222-E2022577C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60DF2-F35B-494A-8F8B-21FEB897F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57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E52512-B317-4BC5-BDC3-322E461F7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F7FBC-E16E-4691-923A-D75D7DAE2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2F2E7-2F69-41E2-84F0-444DB0E95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FC934-77C0-446B-82E1-42EFD5F64C7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9B5D-4BD9-4112-BE23-676989D84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07E41-DB18-42EF-B7E2-E3A64894E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2216F-BE9E-464B-BF88-BDB9C4429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30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ED2D-3631-4C41-B9E7-D9A2552B4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This is </a:t>
            </a:r>
            <a:r>
              <a:rPr lang="en-IN"/>
              <a:t>ethical hacking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BEBDF-A6F1-442A-98C7-6F0E7C98C1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118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This is ethical hacking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ethical hacking</dc:title>
  <dc:creator>A A K A S H</dc:creator>
  <cp:lastModifiedBy>A A K A S H</cp:lastModifiedBy>
  <cp:revision>1</cp:revision>
  <dcterms:created xsi:type="dcterms:W3CDTF">2026-03-07T04:57:37Z</dcterms:created>
  <dcterms:modified xsi:type="dcterms:W3CDTF">2026-03-07T04:57:37Z</dcterms:modified>
</cp:coreProperties>
</file>