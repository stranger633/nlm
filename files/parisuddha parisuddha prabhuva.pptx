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94ccbc0f5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94ccbc0f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d94ccbc0f5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d94ccbc0f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7395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