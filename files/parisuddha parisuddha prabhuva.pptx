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DA1823-E9B9-4888-A58F-2535DDA66FC7}" v="20" dt="2026-04-25T07:44:22.9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 A K A S H" userId="6b3c5497d77b1ef9" providerId="LiveId" clId="{95AEDB14-74BD-4029-9D30-407DF567F462}"/>
    <pc:docChg chg="undo custSel modSld">
      <pc:chgData name="A A K A S H" userId="6b3c5497d77b1ef9" providerId="LiveId" clId="{95AEDB14-74BD-4029-9D30-407DF567F462}" dt="2026-04-25T07:44:56.950" v="187" actId="1076"/>
      <pc:docMkLst>
        <pc:docMk/>
      </pc:docMkLst>
      <pc:sldChg chg="addSp delSp modSp mod">
        <pc:chgData name="A A K A S H" userId="6b3c5497d77b1ef9" providerId="LiveId" clId="{95AEDB14-74BD-4029-9D30-407DF567F462}" dt="2026-04-25T07:32:40.840" v="52" actId="1076"/>
        <pc:sldMkLst>
          <pc:docMk/>
          <pc:sldMk cId="0" sldId="256"/>
        </pc:sldMkLst>
        <pc:spChg chg="add mod">
          <ac:chgData name="A A K A S H" userId="6b3c5497d77b1ef9" providerId="LiveId" clId="{95AEDB14-74BD-4029-9D30-407DF567F462}" dt="2026-04-25T07:32:40.840" v="52" actId="1076"/>
          <ac:spMkLst>
            <pc:docMk/>
            <pc:sldMk cId="0" sldId="256"/>
            <ac:spMk id="4" creationId="{B06DB54E-5807-A1AB-0A13-22E55233C5F3}"/>
          </ac:spMkLst>
        </pc:spChg>
        <pc:spChg chg="add del mod">
          <ac:chgData name="A A K A S H" userId="6b3c5497d77b1ef9" providerId="LiveId" clId="{95AEDB14-74BD-4029-9D30-407DF567F462}" dt="2026-04-25T07:30:53.184" v="32" actId="478"/>
          <ac:spMkLst>
            <pc:docMk/>
            <pc:sldMk cId="0" sldId="256"/>
            <ac:spMk id="54" creationId="{00000000-0000-0000-0000-000000000000}"/>
          </ac:spMkLst>
        </pc:spChg>
        <pc:spChg chg="add del mod">
          <ac:chgData name="A A K A S H" userId="6b3c5497d77b1ef9" providerId="LiveId" clId="{95AEDB14-74BD-4029-9D30-407DF567F462}" dt="2026-04-25T07:30:55.703" v="33" actId="478"/>
          <ac:spMkLst>
            <pc:docMk/>
            <pc:sldMk cId="0" sldId="256"/>
            <ac:spMk id="55" creationId="{00000000-0000-0000-0000-000000000000}"/>
          </ac:spMkLst>
        </pc:spChg>
        <pc:picChg chg="add del mod ord">
          <ac:chgData name="A A K A S H" userId="6b3c5497d77b1ef9" providerId="LiveId" clId="{95AEDB14-74BD-4029-9D30-407DF567F462}" dt="2026-04-25T07:30:09.630" v="26" actId="931"/>
          <ac:picMkLst>
            <pc:docMk/>
            <pc:sldMk cId="0" sldId="256"/>
            <ac:picMk id="3" creationId="{6E98BF1D-9B22-C238-30AD-EF000F04180B}"/>
          </ac:picMkLst>
        </pc:picChg>
        <pc:picChg chg="add mod ord">
          <ac:chgData name="A A K A S H" userId="6b3c5497d77b1ef9" providerId="LiveId" clId="{95AEDB14-74BD-4029-9D30-407DF567F462}" dt="2026-04-25T07:32:04.730" v="49" actId="1076"/>
          <ac:picMkLst>
            <pc:docMk/>
            <pc:sldMk cId="0" sldId="256"/>
            <ac:picMk id="6" creationId="{C70C31C4-1DAF-1238-34B7-0CF65085A002}"/>
          </ac:picMkLst>
        </pc:picChg>
        <pc:picChg chg="add del mod">
          <ac:chgData name="A A K A S H" userId="6b3c5497d77b1ef9" providerId="LiveId" clId="{95AEDB14-74BD-4029-9D30-407DF567F462}" dt="2026-04-25T07:30:15.950" v="31" actId="478"/>
          <ac:picMkLst>
            <pc:docMk/>
            <pc:sldMk cId="0" sldId="256"/>
            <ac:picMk id="56" creationId="{00000000-0000-0000-0000-000000000000}"/>
          </ac:picMkLst>
        </pc:picChg>
      </pc:sldChg>
      <pc:sldChg chg="addSp delSp modSp mod">
        <pc:chgData name="A A K A S H" userId="6b3c5497d77b1ef9" providerId="LiveId" clId="{95AEDB14-74BD-4029-9D30-407DF567F462}" dt="2026-04-25T07:42:52.390" v="165" actId="1076"/>
        <pc:sldMkLst>
          <pc:docMk/>
          <pc:sldMk cId="0" sldId="257"/>
        </pc:sldMkLst>
        <pc:spChg chg="add del mod ord">
          <ac:chgData name="A A K A S H" userId="6b3c5497d77b1ef9" providerId="LiveId" clId="{95AEDB14-74BD-4029-9D30-407DF567F462}" dt="2026-04-25T07:41:22.202" v="132" actId="478"/>
          <ac:spMkLst>
            <pc:docMk/>
            <pc:sldMk cId="0" sldId="257"/>
            <ac:spMk id="4" creationId="{298990E3-1C0A-0E88-0998-ACF91D13C3D8}"/>
          </ac:spMkLst>
        </pc:spChg>
        <pc:spChg chg="add del mod">
          <ac:chgData name="A A K A S H" userId="6b3c5497d77b1ef9" providerId="LiveId" clId="{95AEDB14-74BD-4029-9D30-407DF567F462}" dt="2026-04-25T07:35:41.730" v="74" actId="478"/>
          <ac:spMkLst>
            <pc:docMk/>
            <pc:sldMk cId="0" sldId="257"/>
            <ac:spMk id="5" creationId="{869383C7-E974-E314-3E1A-7BDC6F521E28}"/>
          </ac:spMkLst>
        </pc:spChg>
        <pc:spChg chg="add del">
          <ac:chgData name="A A K A S H" userId="6b3c5497d77b1ef9" providerId="LiveId" clId="{95AEDB14-74BD-4029-9D30-407DF567F462}" dt="2026-04-25T07:35:57.620" v="76" actId="478"/>
          <ac:spMkLst>
            <pc:docMk/>
            <pc:sldMk cId="0" sldId="257"/>
            <ac:spMk id="6" creationId="{2054C2E6-930A-40FD-DEAC-3C6266A2EEE2}"/>
          </ac:spMkLst>
        </pc:spChg>
        <pc:spChg chg="add del">
          <ac:chgData name="A A K A S H" userId="6b3c5497d77b1ef9" providerId="LiveId" clId="{95AEDB14-74BD-4029-9D30-407DF567F462}" dt="2026-04-25T07:36:21.488" v="78" actId="478"/>
          <ac:spMkLst>
            <pc:docMk/>
            <pc:sldMk cId="0" sldId="257"/>
            <ac:spMk id="7" creationId="{5FC9BA0D-261D-0961-385C-1ABEECD71458}"/>
          </ac:spMkLst>
        </pc:spChg>
        <pc:spChg chg="add del mod">
          <ac:chgData name="A A K A S H" userId="6b3c5497d77b1ef9" providerId="LiveId" clId="{95AEDB14-74BD-4029-9D30-407DF567F462}" dt="2026-04-25T07:39:41.650" v="114" actId="11529"/>
          <ac:spMkLst>
            <pc:docMk/>
            <pc:sldMk cId="0" sldId="257"/>
            <ac:spMk id="8" creationId="{8FFF24A9-7754-F39C-2923-AEB8EC3FC711}"/>
          </ac:spMkLst>
        </pc:spChg>
        <pc:spChg chg="add mod">
          <ac:chgData name="A A K A S H" userId="6b3c5497d77b1ef9" providerId="LiveId" clId="{95AEDB14-74BD-4029-9D30-407DF567F462}" dt="2026-04-25T07:39:38.590" v="106" actId="688"/>
          <ac:spMkLst>
            <pc:docMk/>
            <pc:sldMk cId="0" sldId="257"/>
            <ac:spMk id="9" creationId="{B1FE9129-91B2-1F17-9509-EFA5365DBA4D}"/>
          </ac:spMkLst>
        </pc:spChg>
        <pc:spChg chg="add mod">
          <ac:chgData name="A A K A S H" userId="6b3c5497d77b1ef9" providerId="LiveId" clId="{95AEDB14-74BD-4029-9D30-407DF567F462}" dt="2026-04-25T07:39:39.107" v="109" actId="688"/>
          <ac:spMkLst>
            <pc:docMk/>
            <pc:sldMk cId="0" sldId="257"/>
            <ac:spMk id="10" creationId="{291BD6C3-7312-49DE-4DCB-C78F8E044C1B}"/>
          </ac:spMkLst>
        </pc:spChg>
        <pc:spChg chg="add mod">
          <ac:chgData name="A A K A S H" userId="6b3c5497d77b1ef9" providerId="LiveId" clId="{95AEDB14-74BD-4029-9D30-407DF567F462}" dt="2026-04-25T07:39:39.300" v="110" actId="1076"/>
          <ac:spMkLst>
            <pc:docMk/>
            <pc:sldMk cId="0" sldId="257"/>
            <ac:spMk id="11" creationId="{5E6E45E9-1531-7F50-FCBF-DBA6D8293E9B}"/>
          </ac:spMkLst>
        </pc:spChg>
        <pc:spChg chg="add mod">
          <ac:chgData name="A A K A S H" userId="6b3c5497d77b1ef9" providerId="LiveId" clId="{95AEDB14-74BD-4029-9D30-407DF567F462}" dt="2026-04-25T07:40:20.980" v="121"/>
          <ac:spMkLst>
            <pc:docMk/>
            <pc:sldMk cId="0" sldId="257"/>
            <ac:spMk id="12" creationId="{942327AF-EB83-4989-CA67-55894B544183}"/>
          </ac:spMkLst>
        </pc:spChg>
        <pc:spChg chg="add mod ord">
          <ac:chgData name="A A K A S H" userId="6b3c5497d77b1ef9" providerId="LiveId" clId="{95AEDB14-74BD-4029-9D30-407DF567F462}" dt="2026-04-25T07:42:43.068" v="162" actId="1076"/>
          <ac:spMkLst>
            <pc:docMk/>
            <pc:sldMk cId="0" sldId="257"/>
            <ac:spMk id="13" creationId="{DC4CB28B-6A43-3938-BF5C-810AD415D9F6}"/>
          </ac:spMkLst>
        </pc:spChg>
        <pc:spChg chg="add mod">
          <ac:chgData name="A A K A S H" userId="6b3c5497d77b1ef9" providerId="LiveId" clId="{95AEDB14-74BD-4029-9D30-407DF567F462}" dt="2026-04-25T07:42:52.390" v="165" actId="1076"/>
          <ac:spMkLst>
            <pc:docMk/>
            <pc:sldMk cId="0" sldId="257"/>
            <ac:spMk id="14" creationId="{D116F9D9-AEE0-350A-C2CF-75EF9C599971}"/>
          </ac:spMkLst>
        </pc:spChg>
        <pc:picChg chg="add mod modCrop">
          <ac:chgData name="A A K A S H" userId="6b3c5497d77b1ef9" providerId="LiveId" clId="{95AEDB14-74BD-4029-9D30-407DF567F462}" dt="2026-04-25T07:41:05.281" v="125" actId="1076"/>
          <ac:picMkLst>
            <pc:docMk/>
            <pc:sldMk cId="0" sldId="257"/>
            <ac:picMk id="3" creationId="{5B10670B-AF1A-8561-07D1-A45B403458C9}"/>
          </ac:picMkLst>
        </pc:picChg>
        <pc:picChg chg="del">
          <ac:chgData name="A A K A S H" userId="6b3c5497d77b1ef9" providerId="LiveId" clId="{95AEDB14-74BD-4029-9D30-407DF567F462}" dt="2026-04-25T07:32:47.930" v="53" actId="478"/>
          <ac:picMkLst>
            <pc:docMk/>
            <pc:sldMk cId="0" sldId="257"/>
            <ac:picMk id="63" creationId="{00000000-0000-0000-0000-000000000000}"/>
          </ac:picMkLst>
        </pc:picChg>
      </pc:sldChg>
      <pc:sldChg chg="addSp delSp modSp mod">
        <pc:chgData name="A A K A S H" userId="6b3c5497d77b1ef9" providerId="LiveId" clId="{95AEDB14-74BD-4029-9D30-407DF567F462}" dt="2026-04-25T07:44:56.950" v="187" actId="1076"/>
        <pc:sldMkLst>
          <pc:docMk/>
          <pc:sldMk cId="0" sldId="258"/>
        </pc:sldMkLst>
        <pc:spChg chg="add mod">
          <ac:chgData name="A A K A S H" userId="6b3c5497d77b1ef9" providerId="LiveId" clId="{95AEDB14-74BD-4029-9D30-407DF567F462}" dt="2026-04-25T07:44:56.950" v="187" actId="1076"/>
          <ac:spMkLst>
            <pc:docMk/>
            <pc:sldMk cId="0" sldId="258"/>
            <ac:spMk id="4" creationId="{185B3B6E-5023-95C6-AA7C-C129699160E4}"/>
          </ac:spMkLst>
        </pc:spChg>
        <pc:spChg chg="del">
          <ac:chgData name="A A K A S H" userId="6b3c5497d77b1ef9" providerId="LiveId" clId="{95AEDB14-74BD-4029-9D30-407DF567F462}" dt="2026-04-25T07:43:06.080" v="168" actId="478"/>
          <ac:spMkLst>
            <pc:docMk/>
            <pc:sldMk cId="0" sldId="258"/>
            <ac:spMk id="68" creationId="{00000000-0000-0000-0000-000000000000}"/>
          </ac:spMkLst>
        </pc:spChg>
        <pc:spChg chg="del">
          <ac:chgData name="A A K A S H" userId="6b3c5497d77b1ef9" providerId="LiveId" clId="{95AEDB14-74BD-4029-9D30-407DF567F462}" dt="2026-04-25T07:43:02.222" v="167" actId="478"/>
          <ac:spMkLst>
            <pc:docMk/>
            <pc:sldMk cId="0" sldId="258"/>
            <ac:spMk id="69" creationId="{00000000-0000-0000-0000-000000000000}"/>
          </ac:spMkLst>
        </pc:spChg>
        <pc:picChg chg="add mod modCrop">
          <ac:chgData name="A A K A S H" userId="6b3c5497d77b1ef9" providerId="LiveId" clId="{95AEDB14-74BD-4029-9D30-407DF567F462}" dt="2026-04-25T07:44:01.951" v="177" actId="1076"/>
          <ac:picMkLst>
            <pc:docMk/>
            <pc:sldMk cId="0" sldId="258"/>
            <ac:picMk id="3" creationId="{0F0E2A49-B0E4-4CE5-BBC9-DFAF6DA8AC1D}"/>
          </ac:picMkLst>
        </pc:picChg>
        <pc:picChg chg="del">
          <ac:chgData name="A A K A S H" userId="6b3c5497d77b1ef9" providerId="LiveId" clId="{95AEDB14-74BD-4029-9D30-407DF567F462}" dt="2026-04-25T07:42:58.340" v="166" actId="478"/>
          <ac:picMkLst>
            <pc:docMk/>
            <pc:sldMk cId="0" sldId="258"/>
            <ac:picMk id="70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94ccbc0f5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94ccbc0f5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94ccbc0f5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94ccbc0f5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70C31C4-1DAF-1238-34B7-0CF65085A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6DB54E-5807-A1AB-0A13-22E55233C5F3}"/>
              </a:ext>
            </a:extLst>
          </p:cNvPr>
          <p:cNvSpPr txBox="1"/>
          <p:nvPr/>
        </p:nvSpPr>
        <p:spPr>
          <a:xfrm>
            <a:off x="326286" y="278296"/>
            <a:ext cx="8491427" cy="212365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te-IN" sz="4400" b="1" dirty="0">
                <a:solidFill>
                  <a:schemeClr val="tx1"/>
                </a:solidFill>
              </a:rPr>
              <a:t>పరిశుద్ధ పరిశుద్ధ – పరిశుద్ధ ప్రభువా (2)</a:t>
            </a:r>
            <a:br>
              <a:rPr lang="te-IN" sz="4400" b="1" dirty="0">
                <a:solidFill>
                  <a:schemeClr val="tx1"/>
                </a:solidFill>
              </a:rPr>
            </a:br>
            <a:r>
              <a:rPr lang="te-IN" sz="4400" b="1" dirty="0">
                <a:solidFill>
                  <a:schemeClr val="tx1"/>
                </a:solidFill>
              </a:rPr>
              <a:t>వరదూతలైనా నిన్ – వర్ణింప గలరా</a:t>
            </a:r>
            <a:br>
              <a:rPr lang="te-IN" sz="4400" b="1" dirty="0">
                <a:solidFill>
                  <a:schemeClr val="tx1"/>
                </a:solidFill>
              </a:rPr>
            </a:br>
            <a:r>
              <a:rPr lang="te-IN" sz="4400" b="1" dirty="0">
                <a:solidFill>
                  <a:schemeClr val="tx1"/>
                </a:solidFill>
              </a:rPr>
              <a:t>వరదూతలైనా నిన్ (3) వర్ణింప గలరా</a:t>
            </a:r>
            <a:endParaRPr lang="en-IN" sz="4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4CB28B-6A43-3938-BF5C-810AD415D9F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10670B-AF1A-8561-07D1-A45B403458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974" b="6402"/>
          <a:stretch>
            <a:fillRect/>
          </a:stretch>
        </p:blipFill>
        <p:spPr>
          <a:xfrm>
            <a:off x="104965" y="0"/>
            <a:ext cx="3434963" cy="51435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116F9D9-AEE0-350A-C2CF-75EF9C599971}"/>
              </a:ext>
            </a:extLst>
          </p:cNvPr>
          <p:cNvSpPr txBox="1"/>
          <p:nvPr/>
        </p:nvSpPr>
        <p:spPr>
          <a:xfrm>
            <a:off x="4378926" y="667662"/>
            <a:ext cx="392607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e-IN" sz="3600" b="1" dirty="0">
                <a:solidFill>
                  <a:schemeClr val="bg1"/>
                </a:solidFill>
              </a:rPr>
              <a:t>పరిశుద్ధ తనయుడ – </a:t>
            </a:r>
            <a:endParaRPr lang="en-IN" sz="3600" b="1" dirty="0">
              <a:solidFill>
                <a:schemeClr val="bg1"/>
              </a:solidFill>
            </a:endParaRPr>
          </a:p>
          <a:p>
            <a:r>
              <a:rPr lang="te-IN" sz="3600" b="1" dirty="0">
                <a:solidFill>
                  <a:schemeClr val="bg1"/>
                </a:solidFill>
              </a:rPr>
              <a:t>నర రూప ధారుడ (2)</a:t>
            </a:r>
            <a:br>
              <a:rPr lang="te-IN" sz="3600" b="1" dirty="0">
                <a:solidFill>
                  <a:schemeClr val="bg1"/>
                </a:solidFill>
              </a:rPr>
            </a:br>
            <a:r>
              <a:rPr lang="te-IN" sz="3600" b="1" dirty="0">
                <a:solidFill>
                  <a:schemeClr val="bg1"/>
                </a:solidFill>
              </a:rPr>
              <a:t>నరులను రక్షించు – </a:t>
            </a:r>
            <a:endParaRPr lang="en-IN" sz="3600" b="1" dirty="0">
              <a:solidFill>
                <a:schemeClr val="bg1"/>
              </a:solidFill>
            </a:endParaRPr>
          </a:p>
          <a:p>
            <a:r>
              <a:rPr lang="te-IN" sz="3600" b="1" dirty="0">
                <a:solidFill>
                  <a:schemeClr val="bg1"/>
                </a:solidFill>
              </a:rPr>
              <a:t>కరుణా నముద్రా</a:t>
            </a:r>
            <a:br>
              <a:rPr lang="te-IN" sz="3600" b="1" dirty="0">
                <a:solidFill>
                  <a:schemeClr val="bg1"/>
                </a:solidFill>
              </a:rPr>
            </a:br>
            <a:r>
              <a:rPr lang="te-IN" sz="3600" b="1" dirty="0">
                <a:solidFill>
                  <a:schemeClr val="bg1"/>
                </a:solidFill>
              </a:rPr>
              <a:t>నరులను రక్షించు (3) </a:t>
            </a:r>
            <a:endParaRPr lang="en-IN" sz="3600" b="1" dirty="0">
              <a:solidFill>
                <a:schemeClr val="bg1"/>
              </a:solidFill>
            </a:endParaRPr>
          </a:p>
          <a:p>
            <a:r>
              <a:rPr lang="te-IN" sz="3600" b="1" dirty="0">
                <a:solidFill>
                  <a:schemeClr val="bg1"/>
                </a:solidFill>
              </a:rPr>
              <a:t>కరుణా నముద్రా</a:t>
            </a:r>
            <a:endParaRPr lang="en-IN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0E2A49-B0E4-4CE5-BBC9-DFAF6DA8AC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417"/>
          <a:stretch>
            <a:fillRect/>
          </a:stretch>
        </p:blipFill>
        <p:spPr>
          <a:xfrm>
            <a:off x="-469127" y="516337"/>
            <a:ext cx="5168348" cy="41108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5B3B6E-5023-95C6-AA7C-C129699160E4}"/>
              </a:ext>
            </a:extLst>
          </p:cNvPr>
          <p:cNvSpPr txBox="1"/>
          <p:nvPr/>
        </p:nvSpPr>
        <p:spPr>
          <a:xfrm>
            <a:off x="4858247" y="978011"/>
            <a:ext cx="4121641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e-IN" sz="3200" b="1" dirty="0"/>
              <a:t>జనక కుమారాత్మ – </a:t>
            </a:r>
            <a:endParaRPr lang="en-IN" sz="3200" b="1" dirty="0"/>
          </a:p>
          <a:p>
            <a:r>
              <a:rPr lang="te-IN" sz="3200" b="1" dirty="0"/>
              <a:t>లను నేక దేవ (2)</a:t>
            </a:r>
            <a:br>
              <a:rPr lang="te-IN" sz="3200" b="1" dirty="0"/>
            </a:br>
            <a:r>
              <a:rPr lang="te-IN" sz="3200" b="1" dirty="0"/>
              <a:t>ఘన మహిమ చెల్లును – </a:t>
            </a:r>
            <a:endParaRPr lang="en-IN" sz="3200" b="1" dirty="0"/>
          </a:p>
          <a:p>
            <a:r>
              <a:rPr lang="te-IN" sz="3200" b="1" dirty="0"/>
              <a:t>దనర నిత్యముగా</a:t>
            </a:r>
            <a:br>
              <a:rPr lang="te-IN" sz="3200" b="1" dirty="0"/>
            </a:br>
            <a:r>
              <a:rPr lang="te-IN" sz="3200" b="1" dirty="0"/>
              <a:t>ఘన మహిమ చెల్లును (3)</a:t>
            </a:r>
            <a:endParaRPr lang="en-IN" sz="3200" b="1" dirty="0"/>
          </a:p>
          <a:p>
            <a:r>
              <a:rPr lang="te-IN" sz="3200" b="1" dirty="0"/>
              <a:t> దనర నిత్యముగా</a:t>
            </a:r>
            <a:endParaRPr lang="en-IN" sz="32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</Words>
  <Application>Microsoft Office PowerPoint</Application>
  <PresentationFormat>On-screen Show (16:9)</PresentationFormat>
  <Paragraphs>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Simple Light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 A K A S H</cp:lastModifiedBy>
  <cp:revision>1</cp:revision>
  <dcterms:modified xsi:type="dcterms:W3CDTF">2026-04-25T07:45:01Z</dcterms:modified>
</cp:coreProperties>
</file>