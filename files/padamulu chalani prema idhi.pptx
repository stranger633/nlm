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98" r:id="rId4"/>
    <p:sldId id="29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FBCD-D3F9-7012-2821-0F438945C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CB3D2-CD91-33AC-2038-C98DA00F2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FAFA-71A6-39EF-5347-F6EAF7E1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8E8E-8A0B-1CBE-6499-A3333400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F53FC-4B47-17C9-6711-D52FB8CB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51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CABE-D77F-34F1-DB92-4A3F46C2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78785-AAA2-C4C1-571D-679A0FC4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8DFF-26F0-D622-169E-9E4BA8A4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603A3-68F2-7CFE-4059-68BF7C17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51A5-65EC-2107-3607-8208ADC4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BCB9-32AE-4CC9-153D-465089E9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AA96-5D33-587D-437E-AEABB45AF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102F3-2393-0EC4-0E66-F6D40228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7E062-FFC6-B0CE-7A8D-5E348A6D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1A3F7-9929-C4BD-74CD-130E3FC6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0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75B1-0B74-DA86-C8C5-3A55F20D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F74C8-50FA-C437-BD2B-D3CD6AAA9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7388C-42D3-F93C-DD8D-2279B1014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243B9-DAFD-87D7-339E-B1326BAA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86776-018A-F155-94C9-3ABECBED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00D3C-3C30-F62D-E6A8-6ADE1609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1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1D34-8560-59E9-569B-89C4E7C4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100D4-47F9-1025-56A3-4C408C42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04518-E4C2-40EC-3BE9-E9C94AEC6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71696-CB6C-3F85-65B2-F89E3CFA2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7CF47-C052-A8E7-D9BA-351446274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A6128-08AE-60EA-0B6E-603DA529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C42E3-3CF2-3479-E6E1-F79B0968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44407-C297-5B3F-8423-8ACE86F7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6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BD1A-39D0-1A87-D632-119A7ED5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E5F89-9667-B2C7-81AB-217A5D3D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244B6-7FC2-E331-276F-074DA169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FE8BE-49DA-715E-02E1-37EEB0E8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E49FA-58BC-9448-6EF9-9E9992EE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F323C-AD0F-7D82-E239-22DA9C9A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172DD-955B-1AEA-B65A-68E673F8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5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6BF3-ED1E-5E2E-59A9-087958A3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9789F-EDA3-8289-8EAE-6FE8E71E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AC70D-666F-6FB5-601B-2B3DDEC8A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B9997-0E7A-3F46-A3E3-D3E9A9F8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E8B6E-DEFF-523F-9875-11BF1E3E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35141-423B-AD2C-435A-D96F5F49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ED34-10C7-671E-02FB-FE25A72C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30DE1-F241-65B6-27F7-AA885B234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40048-C735-1772-D744-73A932B5D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5A3DC-A963-F95A-B450-5AD74260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7133C-C36A-58FA-2CF7-85B94CC9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4B11-4C3C-6E7B-314A-2E69124A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3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233A-538C-E55D-3A45-BD1B019B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D7276-7FD6-8DF1-3FCB-ABCCAD253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C9A3F-8CB0-A5AC-017C-DA11235F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BC4DA-DE37-03AC-6BFD-7F744F01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36BEE-A9A9-2020-6E4F-CC6DBD19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2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11AAB-C80B-FF16-1030-0543E762F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9003E-5470-A2E5-6896-0D5EB5C63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498A7-2024-D295-1529-8140621D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FB7C-6BB6-FA0C-5759-0B57A2A9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52AFC-F7DC-B4AB-3FF1-1B5DFF7F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1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D1F5C-F0E4-65B8-2249-2629E26B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77A00-D23E-9744-091E-BD8897533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2C8E0-BE7D-0ACA-3252-9D0F58FBF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95D9F-7A95-49E1-8E4D-C9D901F3761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23423-4AD9-B784-4137-30D571C7A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71D89-112D-3BB0-58C0-4AAE9BC75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CDFAD-4517-47DD-9194-88476B3C79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76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ACAE-9FE9-D9A5-FCC4-08E9A5BAE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27D6B-D0F7-E331-7452-B36D3705B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3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39C0-AE43-B1EE-E2ED-73D8C1CD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D5E8F6-5BE8-9BB8-6A4F-C21221E90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E6CB87-BD1B-70D3-D999-811D0C6991D7}"/>
              </a:ext>
            </a:extLst>
          </p:cNvPr>
          <p:cNvSpPr txBox="1"/>
          <p:nvPr/>
        </p:nvSpPr>
        <p:spPr>
          <a:xfrm>
            <a:off x="404813" y="115094"/>
            <a:ext cx="1051559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పదములు చాలని ప్రేమ ఇది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స్వరములు చాలని వర్ణనిది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కరములు చాపి నిను కౌగలించి పెంచిన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కన్నవారికంటే ఇది మిన్నయైన ప్రేమ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వారిని సహితము కన్న ప్రేమ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ప్రేమ ఇది యేసు ప్రేమ ప్రేమ ఇది తండ్రి ప్రేమ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ప్రేమ ఇది ప్రాణమిచ్చిన ప్రేమ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కలువరి ప్రేమ 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7522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0186-18AA-6E71-C873-E57642A0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24396C-BCFB-419A-9E37-E4D04F637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FCBA61-D1AF-1624-8815-460EEFAA31AB}"/>
              </a:ext>
            </a:extLst>
          </p:cNvPr>
          <p:cNvSpPr txBox="1"/>
          <p:nvPr/>
        </p:nvSpPr>
        <p:spPr>
          <a:xfrm>
            <a:off x="3128367" y="1453693"/>
            <a:ext cx="79801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నవ మాసం మోసి ప్రయోజకులను చేసినా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కన్నబిడ్డలే నిను వెలివేసినా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తన కరములు చాపి ముదిమి వచ్చు వరకు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నిన్నెత్తుకొని ఆదరించు ప్రేమ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ఆ వేదనంత తొలగించును ప్రేమ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8291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B905-1821-41AC-1A4D-01336BFD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BBEB3E-ED7B-DC23-B2FF-71A4306F8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979" y="0"/>
            <a:ext cx="12365092" cy="68579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04A82-5D6B-2A60-0956-936437A64AF0}"/>
              </a:ext>
            </a:extLst>
          </p:cNvPr>
          <p:cNvSpPr txBox="1"/>
          <p:nvPr/>
        </p:nvSpPr>
        <p:spPr>
          <a:xfrm>
            <a:off x="711399" y="290253"/>
            <a:ext cx="86707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మేలులెన్నో పొంది ఉన్నత స్థితికెదిగిన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స్నేహితులే హృదయమును గాయపరచగా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మేలులతో నింపి అద్భుతములు చేసి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క్షమియించుట నేర్పించెడి ప్రేమా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శాంతితో నిను నడిపించెడి ప్రేమ    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97886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2025-09-28T08:27:31Z</dcterms:created>
  <dcterms:modified xsi:type="dcterms:W3CDTF">2025-09-28T08:27:31Z</dcterms:modified>
</cp:coreProperties>
</file>