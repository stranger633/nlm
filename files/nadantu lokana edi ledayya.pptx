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94b7dcb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94b7dcb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94b7dcb88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94b7dcb88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purple-watercolour-background-corners_78370-1873.jpg"/>
          <p:cNvPicPr preferRelativeResize="0"/>
          <p:nvPr/>
        </p:nvPicPr>
        <p:blipFill rotWithShape="1">
          <a:blip r:embed="rId3">
            <a:alphaModFix/>
          </a:blip>
          <a:srcRect b="0" l="0" r="19244" t="0"/>
          <a:stretch/>
        </p:blipFill>
        <p:spPr>
          <a:xfrm>
            <a:off x="-246750" y="-313200"/>
            <a:ext cx="9492800" cy="545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258425" y="678450"/>
            <a:ext cx="7442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6B8FB0"/>
              </a:solidFill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dk1"/>
                </a:solidFill>
              </a:rPr>
              <a:t>నాదంటూ లోకాన ఏదీ లేదయ్యా</a:t>
            </a:r>
            <a:endParaRPr b="1" sz="3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dk1"/>
                </a:solidFill>
              </a:rPr>
              <a:t>ఒకవేళ ఉందంటే నీవిచ్చనదే ప్రభువా (2)</a:t>
            </a:r>
            <a:endParaRPr b="1" sz="3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dk1"/>
                </a:solidFill>
              </a:rPr>
              <a:t>నీదే నీదే బ్రతుకంతా నీదే (2)             ||నాదంటూ||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4294967295"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>
            <p:ph idx="4294967295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 title="purple-watercolour-background-corners_78370-1873.jpg"/>
          <p:cNvPicPr preferRelativeResize="0"/>
          <p:nvPr/>
        </p:nvPicPr>
        <p:blipFill rotWithShape="1">
          <a:blip r:embed="rId3">
            <a:alphaModFix/>
          </a:blip>
          <a:srcRect b="0" l="0" r="19244" t="0"/>
          <a:stretch/>
        </p:blipFill>
        <p:spPr>
          <a:xfrm>
            <a:off x="-246750" y="-313200"/>
            <a:ext cx="9492800" cy="545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-72350" y="0"/>
            <a:ext cx="9144000" cy="60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chemeClr val="dk1"/>
                </a:solidFill>
              </a:rPr>
              <a:t>నాకు ఉన్న సామర్ధ్యం</a:t>
            </a:r>
            <a:br>
              <a:rPr b="1" lang="en-GB" sz="3600">
                <a:solidFill>
                  <a:schemeClr val="dk1"/>
                </a:solidFill>
              </a:rPr>
            </a:br>
            <a:r>
              <a:rPr b="1" lang="en-GB" sz="3600">
                <a:solidFill>
                  <a:schemeClr val="dk1"/>
                </a:solidFill>
              </a:rPr>
              <a:t>నాకు ఉన్న సౌకర్యం</a:t>
            </a:r>
            <a:br>
              <a:rPr b="1" lang="en-GB" sz="3600">
                <a:solidFill>
                  <a:schemeClr val="dk1"/>
                </a:solidFill>
              </a:rPr>
            </a:br>
            <a:r>
              <a:rPr b="1" lang="en-GB" sz="3600">
                <a:solidFill>
                  <a:schemeClr val="dk1"/>
                </a:solidFill>
              </a:rPr>
              <a:t>నాకు ఉన్న సౌభాగ్యం</a:t>
            </a:r>
            <a:br>
              <a:rPr b="1" lang="en-GB" sz="3600">
                <a:solidFill>
                  <a:schemeClr val="dk1"/>
                </a:solidFill>
              </a:rPr>
            </a:br>
            <a:r>
              <a:rPr b="1" lang="en-GB" sz="3600">
                <a:solidFill>
                  <a:schemeClr val="dk1"/>
                </a:solidFill>
              </a:rPr>
              <a:t>నాకు ఉన్న సంతానం </a:t>
            </a:r>
            <a:r>
              <a:rPr b="1" lang="en-GB" sz="3600">
                <a:solidFill>
                  <a:schemeClr val="dk1"/>
                </a:solidFill>
              </a:rPr>
              <a:t>(2)</a:t>
            </a:r>
            <a:br>
              <a:rPr b="1" lang="en-GB" sz="3600">
                <a:solidFill>
                  <a:schemeClr val="dk1"/>
                </a:solidFill>
              </a:rPr>
            </a:br>
            <a:r>
              <a:rPr b="1" lang="en-GB" sz="3600">
                <a:solidFill>
                  <a:schemeClr val="dk1"/>
                </a:solidFill>
              </a:rPr>
              <a:t>ఆరగించే ఆహారం అనుభవించే ఆరోగ్యం </a:t>
            </a:r>
            <a:r>
              <a:rPr b="1" lang="en-GB" sz="3600">
                <a:solidFill>
                  <a:schemeClr val="dk1"/>
                </a:solidFill>
              </a:rPr>
              <a:t>(2)</a:t>
            </a:r>
            <a:br>
              <a:rPr b="1" lang="en-GB" sz="3600">
                <a:solidFill>
                  <a:schemeClr val="dk1"/>
                </a:solidFill>
              </a:rPr>
            </a:br>
            <a:r>
              <a:rPr b="1" lang="en-GB" sz="3600">
                <a:solidFill>
                  <a:schemeClr val="dk1"/>
                </a:solidFill>
              </a:rPr>
              <a:t>కేవలం నీదేనయ్య </a:t>
            </a:r>
            <a:r>
              <a:rPr b="1" lang="en-GB" sz="3600">
                <a:solidFill>
                  <a:schemeClr val="dk1"/>
                </a:solidFill>
              </a:rPr>
              <a:t>(2)</a:t>
            </a:r>
            <a:r>
              <a:rPr b="1" lang="en-GB" sz="3600">
                <a:solidFill>
                  <a:schemeClr val="dk1"/>
                </a:solidFill>
              </a:rPr>
              <a:t>             </a:t>
            </a:r>
            <a:r>
              <a:rPr b="1" lang="en-GB" sz="3600">
                <a:solidFill>
                  <a:schemeClr val="dk1"/>
                </a:solidFill>
              </a:rPr>
              <a:t>||నాదంటూ||</a:t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4294967295"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>
            <p:ph idx="4294967295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5" title="purple-watercolour-background-corners_78370-1873.jpg"/>
          <p:cNvPicPr preferRelativeResize="0"/>
          <p:nvPr/>
        </p:nvPicPr>
        <p:blipFill rotWithShape="1">
          <a:blip r:embed="rId3">
            <a:alphaModFix/>
          </a:blip>
          <a:srcRect b="0" l="0" r="19244" t="0"/>
          <a:stretch/>
        </p:blipFill>
        <p:spPr>
          <a:xfrm>
            <a:off x="-246750" y="-313200"/>
            <a:ext cx="9492800" cy="545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0" y="0"/>
            <a:ext cx="9076500" cy="51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-GB" sz="3600">
                <a:solidFill>
                  <a:schemeClr val="dk1"/>
                </a:solidFill>
              </a:rPr>
              <a:t>నాకు ఉన్న ఈ బలం</a:t>
            </a:r>
            <a:br>
              <a:rPr b="1" lang="en-GB" sz="3600">
                <a:solidFill>
                  <a:schemeClr val="dk1"/>
                </a:solidFill>
              </a:rPr>
            </a:br>
            <a:r>
              <a:rPr b="1" lang="en-GB" sz="3600">
                <a:solidFill>
                  <a:schemeClr val="dk1"/>
                </a:solidFill>
              </a:rPr>
              <a:t>నాకు ఉన్న ఈ పొలం</a:t>
            </a:r>
            <a:br>
              <a:rPr b="1" lang="en-GB" sz="3600">
                <a:solidFill>
                  <a:schemeClr val="dk1"/>
                </a:solidFill>
              </a:rPr>
            </a:br>
            <a:r>
              <a:rPr b="1" lang="en-GB" sz="3600">
                <a:solidFill>
                  <a:schemeClr val="dk1"/>
                </a:solidFill>
              </a:rPr>
              <a:t>త్రాగుచున్న ఈ జలం</a:t>
            </a:r>
            <a:br>
              <a:rPr b="1" lang="en-GB" sz="3600">
                <a:solidFill>
                  <a:schemeClr val="dk1"/>
                </a:solidFill>
              </a:rPr>
            </a:br>
            <a:r>
              <a:rPr b="1" lang="en-GB" sz="3600">
                <a:solidFill>
                  <a:schemeClr val="dk1"/>
                </a:solidFill>
              </a:rPr>
              <a:t>నిలువ నీడ ఈ గృహం </a:t>
            </a:r>
            <a:r>
              <a:rPr b="1" lang="en-GB" sz="3600">
                <a:solidFill>
                  <a:schemeClr val="dk1"/>
                </a:solidFill>
              </a:rPr>
              <a:t>(2)</a:t>
            </a:r>
            <a:br>
              <a:rPr b="1" lang="en-GB" sz="3600">
                <a:solidFill>
                  <a:schemeClr val="dk1"/>
                </a:solidFill>
              </a:rPr>
            </a:br>
            <a:r>
              <a:rPr b="1" lang="en-GB" sz="3600">
                <a:solidFill>
                  <a:schemeClr val="dk1"/>
                </a:solidFill>
              </a:rPr>
              <a:t>నిలచియున్న ఈ స్థలం బ్రతుకుచున్న ప్రతి క్షణం </a:t>
            </a:r>
            <a:r>
              <a:rPr b="1" lang="en-GB" sz="3600">
                <a:solidFill>
                  <a:schemeClr val="dk1"/>
                </a:solidFill>
              </a:rPr>
              <a:t>(2)</a:t>
            </a:r>
            <a:br>
              <a:rPr b="1" lang="en-GB" sz="3600">
                <a:solidFill>
                  <a:schemeClr val="dk1"/>
                </a:solidFill>
              </a:rPr>
            </a:br>
            <a:r>
              <a:rPr b="1" lang="en-GB" sz="3600">
                <a:solidFill>
                  <a:schemeClr val="dk1"/>
                </a:solidFill>
              </a:rPr>
              <a:t>కేవలం నీదేనయ్య </a:t>
            </a:r>
            <a:r>
              <a:rPr b="1" lang="en-GB" sz="3600">
                <a:solidFill>
                  <a:schemeClr val="dk1"/>
                </a:solidFill>
              </a:rPr>
              <a:t>(2)</a:t>
            </a:r>
            <a:r>
              <a:rPr b="1" lang="en-GB" sz="3600">
                <a:solidFill>
                  <a:schemeClr val="dk1"/>
                </a:solidFill>
              </a:rPr>
              <a:t>             </a:t>
            </a:r>
            <a:r>
              <a:rPr b="1" lang="en-GB" sz="3600">
                <a:solidFill>
                  <a:schemeClr val="dk1"/>
                </a:solidFill>
              </a:rPr>
              <a:t>||నాదంటూ||</a:t>
            </a:r>
            <a:endParaRPr b="1" sz="3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