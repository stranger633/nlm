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1E90-1878-4EA4-A801-4EB8845F4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478D7-86C1-4DEF-BAFE-0535FA9DD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5AB66-9D9C-4F9A-AAAB-8160EC518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A2B3-63A7-4060-A255-67A5165B739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352E9-8D80-423D-AEAE-0333FA07E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E8EE9-963A-414A-A033-2C937071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7C02-DF68-4446-B4BF-197231D9B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73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DCF9-0C24-4F5A-A2C2-C20F2BCA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D7C80-D64F-47CF-B53C-938FDBDC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471F3-BAD4-438B-AD3A-692598BCF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A2B3-63A7-4060-A255-67A5165B739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8213-25F7-4971-84EA-DCECFC28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F59E8-EF9E-4132-9129-C992E51D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7C02-DF68-4446-B4BF-197231D9B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7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17D2B-4897-4616-B342-FD37DFAE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1E39A-6EC2-4C04-938E-1E1209CDE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E3B58-557A-4AA6-98F7-6189C3312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A2B3-63A7-4060-A255-67A5165B739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26051-91BA-4206-A7D0-40052547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39882-4B5A-45AC-83A2-7146C04C1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7C02-DF68-4446-B4BF-197231D9B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430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D771-2CDC-40B8-B3C1-CBB70C35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58EFB-320D-40CE-A2D2-3658E7159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0CC6C-CF25-4D43-87E6-2AF0F3398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5205A-37EE-472C-843C-704C796C9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A2B3-63A7-4060-A255-67A5165B739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49C1C-4912-45D9-A805-33F9C82C1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C9E76-86C8-4779-8360-65C41A1A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7C02-DF68-4446-B4BF-197231D9B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01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99B6-2B30-4852-878D-85FE9BB47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4DE67-629F-445C-A810-F5486E7AA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7FD4C-9B6F-47CB-AE71-22A94028F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FEC72-7E23-4D5D-84AE-7A16B36ED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3D3CD-6737-4A2F-ADE4-B456590FCD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1322B-051C-4653-AFFB-96F3362D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A2B3-63A7-4060-A255-67A5165B739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FD8FB-2888-4B7E-B6CE-4987E2D9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2DCFD-7DE5-4BC6-BA58-86D5AECB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7C02-DF68-4446-B4BF-197231D9B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80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E588-8CB2-4483-AD32-246B4A01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19553-19CD-47B4-A896-2D9458CE3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A2B3-63A7-4060-A255-67A5165B739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0FA64-6318-4F19-A772-DFAD8931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69B57-B78D-4011-9C54-79FEDBD6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7C02-DF68-4446-B4BF-197231D9B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261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29047-EB5F-4FD1-9CB3-EE00C12A0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A2B3-63A7-4060-A255-67A5165B739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5FC5A-828F-4587-9D55-9CA1C405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9485E-1ED6-4D5D-9866-68532E91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7C02-DF68-4446-B4BF-197231D9B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77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EAA81-4FD8-41FF-A32A-17FBF6E3E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9D7E0-0EC8-42A5-91B5-86A7ACCDB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26713-BBD0-4AEE-8CFD-0B43B7F84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919C6-9C26-4351-A441-3E9AE3EB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A2B3-63A7-4060-A255-67A5165B739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00210-C004-44C7-A012-5C56A8C7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B1A78-76BE-429D-B899-81840B2B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7C02-DF68-4446-B4BF-197231D9B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086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4085-BE12-4044-9922-A0909330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06CBA3-0FA6-4131-BA42-F63C40240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274AA-7737-4E2E-B433-5800B436F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6E36D-0DB3-426F-B120-D49CEE323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A2B3-63A7-4060-A255-67A5165B739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6011B-CB23-49E6-BC68-7F94854E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D1FDB-DB81-4C09-B248-0A501D48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7C02-DF68-4446-B4BF-197231D9B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393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E15A-53F6-4386-8501-2C148179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1AEA3-951E-488A-AF47-F8A4B12A7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21675-EF0C-4BB9-BFE9-8EE1B45E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A2B3-63A7-4060-A255-67A5165B739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36F83-F37F-48FF-BC63-4EBED852D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3423D-3082-4634-8E5C-23BADF962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7C02-DF68-4446-B4BF-197231D9B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647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929246-AD89-4FAA-B9D1-18C656E48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653C6-A086-4BA9-AE24-6CEA54A1F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B8B33-56A2-44C9-BBE4-21F12F06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A2B3-63A7-4060-A255-67A5165B739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C10B6-D300-47DF-9CE9-4A9E4F8D3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E7C9B-10BA-438A-B282-298AEFE5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7C02-DF68-4446-B4BF-197231D9B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400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F87A22-7638-4C6E-964F-69A0EA48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FC883-429C-4A67-8272-E9729407F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60B97-2234-4E8D-98A4-50E8257F3E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3A2B3-63A7-4060-A255-67A5165B739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26429-212B-41B9-93AE-5E179D35B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5EF58-5342-4169-AB29-2DCDED67F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17C02-DF68-4446-B4BF-197231D9B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93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B9DC-AC61-4917-ADBB-F192727EC0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THIS WORKS</a:t>
            </a:r>
            <a:br>
              <a:rPr lang="en-IN"/>
            </a:br>
            <a:r>
              <a:rPr lang="en-IN"/>
              <a:t>THIS IS CYBER SECURITY </a:t>
            </a:r>
            <a:br>
              <a:rPr lang="en-IN"/>
            </a:br>
            <a:r>
              <a:rPr lang="en-IN"/>
              <a:t>THING ……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93CFB-5743-40D4-AF25-EB81393E85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570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THIS WORKS THIS IS CYBER SECURITY  THING ……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WORKS THIS IS CYBER SECURITY  THING ……</dc:title>
  <dc:creator>A A K A S H</dc:creator>
  <cp:lastModifiedBy>A A K A S H</cp:lastModifiedBy>
  <cp:revision>1</cp:revision>
  <dcterms:created xsi:type="dcterms:W3CDTF">2026-03-07T04:55:40Z</dcterms:created>
  <dcterms:modified xsi:type="dcterms:W3CDTF">2026-03-07T04:55:40Z</dcterms:modified>
</cp:coreProperties>
</file>