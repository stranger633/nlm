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D2252-01CF-5723-E87A-583D15F49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52300-B8D4-40E9-742E-43099201D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E4DBC-4946-56C0-068A-1380885F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5405E-DED2-3881-BF8B-7175D7ED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AEDBC-AB0F-FA92-E5EB-8C928703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21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25A9-28CB-24D2-10D5-E279F835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9E542-8F62-DB97-7464-E11CA1DCA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3F910-01FC-B79C-F9E3-95E60600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5873-CB7E-ADEC-5B52-99533133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8DB46-0C6B-00DF-0DE0-444642B0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24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ED7A-FDED-BE3A-7997-DEB36936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4A1B1-565E-A929-41DC-B69A20A60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31365-0F5F-7110-8061-8E1C0E4D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3BDC2-31FE-4F8A-D63C-F8FCB9A0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5340E-E89F-8619-1BD1-5837629D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4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4ABB-692C-F499-DFC6-1FCDC9F8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690E6-36FF-E33F-A923-ED9AC9167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B7821-CE9C-0D6A-AD82-0A88620C4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AD12F-DBD0-1D7C-6215-B16BE1D4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505E6-A1B8-E010-98AD-26A2AF97B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827F5-C32C-3D4E-AB67-F1D67DD5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72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ACFB-BFFC-5DD2-01B5-2CCD393BB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E8915-0414-3033-D272-E8E89C001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03E40-E03A-4B2B-2201-D58951DFB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C30EB-4634-3199-2548-04C8922DD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CF558-12AC-5CB1-4BB5-7EF3D0F76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15323-84BF-E8C5-2821-26EDCF24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24E26-C30E-8581-EA6A-DB5E003A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7858C-545E-4B15-9DBC-DAE3B71B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80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ED50-CD79-EF84-D9F6-CD660DEC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BBEF0-6CF2-EC2A-D890-9A2033CE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7C377-0D8B-9A0B-3CD1-B04218A9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DB6D9-C348-BE4D-2066-A1BC0FC2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7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8DDB7-234B-B9EC-A8F8-8DAAD8DD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352ED-3C93-E9EC-17F9-F1DFEC1B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46705-6C00-B824-A4FF-D51E1BFC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98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6480-19DF-5755-518F-977477BE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22E6-044B-8D0B-7DA6-BC1F057FB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04D9C-2553-CBCF-77E0-F61D2652A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BE78B-DBCC-6792-7771-637830F9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30C9D-E653-E318-1CDF-939EE463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86386-06F7-AD63-3B26-1FBB431D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11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FBED-2230-B80B-66D7-ED43C07F4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A9F07-EE75-01AB-D3D5-E9DF6ACAE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74647-4C0C-46FF-93C5-53616359A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4E005-FFC6-8102-B28B-44E52FB8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1B172-4361-225A-D366-2B59576FA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C19A5-8ABB-0FF0-ED8E-B2CF5650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23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C2A3-32AD-E797-46B0-75C21E65F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84F94-95AE-0C6A-C555-BC081CF9A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90155-B86D-1AAE-C48F-29F153B6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CC12A-E184-141F-B2ED-109C24A8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AF5DA-9FC2-EF99-97B4-A1EB7D33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10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25391-C4E5-71DC-DE32-E9599227F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EE4B4-FCFE-AB80-F922-64035521A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98E31-6FDD-BEEC-4AEB-518D8657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AC583-5914-B3D7-D362-1DB79112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879D7-60D2-DDEF-7B08-7B495D18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05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B0D447-953E-6CED-B91C-C472350CD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B84BA-48A5-C15D-86BE-8AF878C2E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B5F68-C5DD-7ECE-A82A-5FC5E73BC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59D8A-EF6A-4D30-97B0-1DCBF2B8A7B8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6EB4-78EB-E0A4-4EF1-0970C805F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66296-28D8-CBD3-35F2-A72BBBC4E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C69AD-B17E-48A6-A05C-125A4E13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07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0D2A-64B1-6F32-356C-71FE9BFCE8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F013F-C04F-C7C6-0901-1A3BC4876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33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2D84-8640-CD6E-CC11-245CC778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56C442-BA55-42C3-BE4B-25B8C3B64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CC5CA-F4F1-6589-D24D-B02CD157CEAA}"/>
              </a:ext>
            </a:extLst>
          </p:cNvPr>
          <p:cNvSpPr txBox="1"/>
          <p:nvPr/>
        </p:nvSpPr>
        <p:spPr>
          <a:xfrm>
            <a:off x="838200" y="57944"/>
            <a:ext cx="90963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ఎండిన ఎడారి బ్రతుకులో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నిండైన ఆశ నీవేగా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యేసు</a:t>
            </a: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.. నిండైన ఆశ నీవేగా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తడబడెడు నా పాదములకు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తోడు నీవే గదా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యేసు.. తోడు నీవే సదా    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1464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643A-CA88-4F9B-80AE-1EE190E1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4C5E67-C3AD-F473-F35E-D2D98CE1D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664E05-4C9C-D637-6B1D-02F95A3095F8}"/>
              </a:ext>
            </a:extLst>
          </p:cNvPr>
          <p:cNvSpPr txBox="1"/>
          <p:nvPr/>
        </p:nvSpPr>
        <p:spPr>
          <a:xfrm>
            <a:off x="369094" y="103188"/>
            <a:ext cx="59769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ఎండమావులు చూచి నేను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అలసి వేసారితి (2)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జీవ జలముల ఊట నీవై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సేద దీర్చితివి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నా బలము నీవైతివే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యేసు.. బలము నీవైతివే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64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6D36-68B8-01A2-57FA-E1159DF7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BCAFA0-0B09-4811-2853-D2E936683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834EBA-647D-7B96-3424-6744EC98C8EC}"/>
              </a:ext>
            </a:extLst>
          </p:cNvPr>
          <p:cNvSpPr txBox="1"/>
          <p:nvPr/>
        </p:nvSpPr>
        <p:spPr>
          <a:xfrm>
            <a:off x="931069" y="365125"/>
            <a:ext cx="108418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నిత్య మహిమకు నిలయుడా నీ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దివ్య కాంతిలోన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నీదు ఆత్మతో నన్ను నింపి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ఫలింప జేసితివే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సారధి నీవైతివే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యేసు.. సారధి నీవైతివే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3007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25BC-BF73-53A4-69F9-DB1EAD82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1EB4C9-2007-9B61-A9A6-2484B0D94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523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6CD1E-08B7-DA0E-A96C-9E872129BBF7}"/>
              </a:ext>
            </a:extLst>
          </p:cNvPr>
          <p:cNvSpPr txBox="1"/>
          <p:nvPr/>
        </p:nvSpPr>
        <p:spPr>
          <a:xfrm>
            <a:off x="5537502" y="2707223"/>
            <a:ext cx="6268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e-IN" sz="4000" b="1" i="0" dirty="0">
                <a:effectLst/>
                <a:latin typeface="Lato" panose="020F0502020204030203" pitchFamily="34" charset="0"/>
              </a:rPr>
              <a:t>అంధకార లోయలెన్నో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ఎదురు నిలచినను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గాయపడిన నీ హస్తమే నన్ను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గమ్యము చేర్చును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శరణు నీవే గదా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యేసు.. శరణు నీవే గదా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37142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2025-09-28T08:16:29Z</dcterms:created>
  <dcterms:modified xsi:type="dcterms:W3CDTF">2025-09-28T08:16:29Z</dcterms:modified>
</cp:coreProperties>
</file>