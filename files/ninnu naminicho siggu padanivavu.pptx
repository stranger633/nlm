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F828-F085-9BF6-DF5C-C1D0E059E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01782-F50D-1310-080E-64E823C60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61EB-8ACB-C8DB-D03F-2F25BCA8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4D965-A49F-4345-B756-0A8FC487B12D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F40A1-E5D3-1356-A385-C06105067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F6038-67A2-A8CE-09B1-43A1A1A3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53306-118A-4832-A0DA-858382891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966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59AE0-D5E2-AE59-DFE1-42018A1E1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FA096-9ECF-B25C-5EEE-27DF62EB0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CB3A0-D934-8DE7-D27E-52E4F751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4D965-A49F-4345-B756-0A8FC487B12D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0E4C7-18C6-F13B-B51D-FAC203D44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43CDB-6542-2711-7320-E0FCA1C3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53306-118A-4832-A0DA-858382891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841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66D9-EFAA-00A4-683D-D7B716A27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F7567-CC89-6981-EE07-6FB7E43F9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92B74-49E2-E33B-9DCB-A264E5A91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4D965-A49F-4345-B756-0A8FC487B12D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0CB2F-C5B6-6B93-4714-8353A8CE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1D4E0-7AB3-8161-9B38-ED8182BC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53306-118A-4832-A0DA-858382891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33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67339-E2C7-D2F0-5750-4E966551F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CB89A-62CC-C61B-8183-7583FF535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DDAA-9416-F89B-2810-F5312EBAB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434BA-DC8F-802A-777A-BFF2A4A1E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4D965-A49F-4345-B756-0A8FC487B12D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3ECE0-AAAB-782C-C5C2-9098C5141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A2D89-39FC-B902-47C1-6DE1AF954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53306-118A-4832-A0DA-858382891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51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49B3-C0DF-F98D-90F0-3E21F2B0F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CD96A-BBC4-AF0A-175C-29483F7AB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80064-1B3E-0D83-1C0F-ECCF80131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4B508-0007-DF49-A9C8-A73CD1777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7D97D4-28C6-D8E8-86C9-582AC1781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586165-B2DB-41BB-89C3-D44C54DA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4D965-A49F-4345-B756-0A8FC487B12D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CD1ED2-C13E-523F-4CB4-C50484E64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B922B9-E63C-815D-0902-CCEEFFE6F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53306-118A-4832-A0DA-858382891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4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E1113-9E57-D88E-7D90-13114C0EF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82E27-CB05-6048-35DB-F066AA1D3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4D965-A49F-4345-B756-0A8FC487B12D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5D5F1-D8E9-B3AF-8F67-16F41E85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6DB03-43BE-D2D1-8528-15944EC63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53306-118A-4832-A0DA-858382891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711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8B9159-F27D-AC8E-FA19-C620DA9D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4D965-A49F-4345-B756-0A8FC487B12D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81E392-55E3-14D8-E93C-7AAB42267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554A-C17B-0302-471C-D3635FD19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53306-118A-4832-A0DA-858382891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27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1754E-4C8E-6F85-ECA1-EF55B401C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3AE7D-6A37-E01B-CD98-7CDDC6D7B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3BEC5-BC82-C94D-CA6C-5F0FFEBE9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5B133-9618-F422-13FA-D28CE7D80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4D965-A49F-4345-B756-0A8FC487B12D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8C942-2052-4FE6-6264-95C72F34F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B9BD3-CD83-972A-919C-22DFA66E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53306-118A-4832-A0DA-858382891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23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DE0B3-6CD0-30C7-0A78-A61F1BA02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EB4CB-3CFD-9214-B491-E29504248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92007-8889-7DF9-C2BF-E0449F81D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74595-0AA7-A572-56D7-AD259B734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4D965-A49F-4345-B756-0A8FC487B12D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1D990-31A8-31E4-C2C1-7B8F6155F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EE3B5-3735-E297-150D-2CCA64021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53306-118A-4832-A0DA-858382891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717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38E22-4BDF-DDEC-15E7-4FD88EB9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7764C-0868-2B9C-04A8-AB34DCA6B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D2278-DD3A-E9FC-3DDC-9369F1B0A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4D965-A49F-4345-B756-0A8FC487B12D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BC8E7-31DD-2199-CE8D-F0619F518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29924-DE1A-ACE5-6428-58A27B5C4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53306-118A-4832-A0DA-858382891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242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1417B0-92DE-3DAD-9AB2-5127BE54D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7FC5A-1F2F-84F3-1A2E-0566392D4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8A225-EEA9-8B43-FC35-46CAC8B7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4D965-A49F-4345-B756-0A8FC487B12D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C857A-5403-C64C-16D2-AA795BAC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2F0B6-68D7-1CEC-4F38-5ACBF43F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53306-118A-4832-A0DA-858382891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930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2DEBF3-00B6-6162-7A18-90E56C6FB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D2658-720C-98B4-8105-1FCF64104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D2621-FE45-3E30-E12D-D0482933D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4D965-A49F-4345-B756-0A8FC487B12D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3C110-A676-2199-757C-028174639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C5F71-20EF-1026-914E-525F7282B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53306-118A-4832-A0DA-858382891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23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C55A5-DFA3-9712-A934-18CDC3939C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16970-1806-6BEB-075E-14B105CE9B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90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6400D-4108-97A1-C87D-84A33AC22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AFBD30-8B9D-0016-2C9B-266AE8C6B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0865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AEAFDF-4A7E-FC94-25F3-86F9C607B0BF}"/>
              </a:ext>
            </a:extLst>
          </p:cNvPr>
          <p:cNvSpPr txBox="1"/>
          <p:nvPr/>
        </p:nvSpPr>
        <p:spPr>
          <a:xfrm>
            <a:off x="838200" y="1341437"/>
            <a:ext cx="109061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నిను నమ్మినచో సిగ్గుపడనీయవు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నను నెమ్మదితో నీవే ఉంచెదవు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ఆపత్కాలమున నమ్ముకొనదగిన</a:t>
            </a:r>
            <a:endParaRPr lang="en-US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03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F7D2-34D0-D917-5090-185BCFA0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91DABCC-5F65-F5C0-5508-1D168E1BE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9347B8-8ED7-1EAD-1F47-3313D034F80F}"/>
              </a:ext>
            </a:extLst>
          </p:cNvPr>
          <p:cNvSpPr txBox="1"/>
          <p:nvPr/>
        </p:nvSpPr>
        <p:spPr>
          <a:xfrm>
            <a:off x="1684734" y="1690688"/>
            <a:ext cx="88225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72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యేసూ నీవే ఆధారము</a:t>
            </a:r>
            <a:br>
              <a:rPr lang="te-IN" sz="7200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యేసూ నీవే నా ప్రాణము</a:t>
            </a:r>
            <a:endParaRPr lang="en-US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572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A670-9D69-F3CA-6BC4-14DE655BE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648B71-3F0B-B011-12AE-A19947DBF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D23C5C-87CE-80ED-3B80-00B266E58955}"/>
              </a:ext>
            </a:extLst>
          </p:cNvPr>
          <p:cNvSpPr txBox="1"/>
          <p:nvPr/>
        </p:nvSpPr>
        <p:spPr>
          <a:xfrm>
            <a:off x="838200" y="1027906"/>
            <a:ext cx="10515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1.తెలివిని నమ్ముకొని తూలి పడ్డాను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బుద్ధి జ్ఞానము నీ దానమని</a:t>
            </a:r>
            <a:endParaRPr lang="en-GB" sz="6600" b="1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నీ చెంతకు చేరాను</a:t>
            </a:r>
            <a:endParaRPr lang="en-US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245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120EF-7421-11C2-0BE9-B0F9697D5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5606DE-0C9E-B9C1-6D95-9F25D612E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9EB831-0B49-A637-4528-B66B1D205594}"/>
              </a:ext>
            </a:extLst>
          </p:cNvPr>
          <p:cNvSpPr txBox="1"/>
          <p:nvPr/>
        </p:nvSpPr>
        <p:spPr>
          <a:xfrm>
            <a:off x="1071563" y="879365"/>
            <a:ext cx="1039415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2. బలమును నమ్ముకొని భంగపడ్డాను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శక్తిమంతుడా నా కోటవని </a:t>
            </a:r>
            <a:endParaRPr lang="en-GB" sz="6600" b="1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నీ చెంతకు చేరాను</a:t>
            </a:r>
            <a:endParaRPr lang="en-US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155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2D31-9D29-A5EB-9B81-97974C69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7EF772-4942-7E28-F55C-B0FE28F49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44"/>
            <a:ext cx="12096750" cy="67746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18C777-EC96-08DD-030B-513AF2F6F48A}"/>
              </a:ext>
            </a:extLst>
          </p:cNvPr>
          <p:cNvSpPr txBox="1"/>
          <p:nvPr/>
        </p:nvSpPr>
        <p:spPr>
          <a:xfrm>
            <a:off x="726281" y="923349"/>
            <a:ext cx="112514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72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3. ధనమును నమ్ముకొని దగాపడ్డాను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సుఖసంపద నీ దీవెనని </a:t>
            </a:r>
            <a:endParaRPr lang="en-GB" sz="7200" b="1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pPr algn="ctr"/>
            <a:r>
              <a:rPr lang="te-IN" sz="72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నీ చెంతకు చేరాను</a:t>
            </a:r>
            <a:endParaRPr 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783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3433-9D59-D7AA-3AED-DF79E38F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BD53C2-39C3-C25E-35B5-7442A82384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12D215-E685-B6B6-CE98-5368A3529C75}"/>
              </a:ext>
            </a:extLst>
          </p:cNvPr>
          <p:cNvSpPr txBox="1"/>
          <p:nvPr/>
        </p:nvSpPr>
        <p:spPr>
          <a:xfrm>
            <a:off x="1064419" y="1119455"/>
            <a:ext cx="989409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4. మనుష్యుల నమ్ముకొని మభ్యపడ్డాను</a:t>
            </a:r>
            <a:br>
              <a:rPr lang="te-IN" sz="6600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సత్యవంతుడా ఆశ్రయుడవని</a:t>
            </a:r>
            <a:r>
              <a:rPr lang="en-GB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 </a:t>
            </a:r>
          </a:p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నీ చెంతకు చేరాను</a:t>
            </a:r>
            <a:endParaRPr lang="en-US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51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2025-09-28T07:11:10Z</dcterms:created>
  <dcterms:modified xsi:type="dcterms:W3CDTF">2025-09-28T07:11:11Z</dcterms:modified>
</cp:coreProperties>
</file>