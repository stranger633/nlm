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4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7D86-FA9B-6DE8-004E-C41122DD7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2BA3-16CB-91C0-A4BC-1EBC62F3B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BBD1-3AD0-E58E-4AD4-1B62F9A6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08335-FE78-7113-8256-8C9A1571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C219F-3236-983E-C1E8-01D5A6B5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0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0494-2EB5-A57C-C9A1-340B8097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1DC3-E77E-0D8E-3F63-A63938C3E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D42B4-B413-A9DF-83E7-A5C2487C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F1848-62D6-EF12-7BA4-D2E30107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8290E-C3B8-6E2B-A526-49305763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473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4FC18-5932-A0D8-C2D6-D5D154C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A5CB6-B208-7328-68FB-75EFA69B0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6140B-391A-FDBC-0ABE-EDAF621C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CEC2A-200C-6373-32E9-6063960F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8D5F3-1A3D-A3A0-8FCE-4BC05C45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6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F02E-A7B9-E961-44DE-2F62BC9C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67EAD-54E6-B125-3389-258B7CF02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1CA4D-52A4-F5DD-BB52-0590D4EDC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CF7E0-9CE5-9E38-3A28-9DFD59E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84F6B-61C4-4964-3C39-505CED68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B8BDC-5B6D-3A83-63D1-ECF1D22A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81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C1DD-A019-5366-3C74-1402AFEF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99AD0-F8D2-BB0D-BD22-E7DF2EE05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30A9F-3EE6-3D7B-8092-3D58407C4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2811D-DC5B-EC1A-751D-2F6B0F999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B6C6E-1BFC-AE26-2AC8-0AA407819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3DEBB-BCD7-B0E8-8738-0C9DB80A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2F1DE3-2E3D-FAFE-F38B-3EAF2280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2F5F6-1F6A-0FF8-55CE-434F9FF0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96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696B-6D24-45AD-886D-1726A6F0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1005B-B44F-BA6A-DB3F-2E3427FE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DD64A2-5E31-2505-4E2C-96F3965D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C9415-5B6F-1837-D805-32F8728B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41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5BFC2-A7B0-E00E-F8F2-E02CF3D8E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FB79A-EA2D-88D5-8C35-ACDBF615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446A7-7E12-6561-9B24-DFC96D8B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76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7BB8-7B91-51B2-F8E9-CAFE78BD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28B9D-F59D-CB9E-8DE5-A2A1AC3D7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E3E29-E61A-A2A8-BF4B-16A8D3046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5A2D6-2166-15F9-CEFD-8E5EF227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8BE62-DAB5-739A-603D-AB818B65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1ECA2-C4FC-A273-DEC4-1CDAEB7F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9576-56CD-CF04-0AED-5195C35D3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60731-A8C6-8C60-7739-3FEE305FF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27158-F41B-4066-9787-E7D47C9D9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DE62C-F868-2CA7-72AF-949245EE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46619-93D0-53B4-6553-80150B64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F0372-FC74-17A8-2537-38314CD8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621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3B66-77AF-AC6B-AAFE-39A98E074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571D0-4F34-9439-60C8-FE9CA9820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52A61-253E-8F9A-E2DC-1F3624C4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7598-0F09-91BC-67CC-37C412FE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E200C-B53B-28E8-98FD-827DC425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27A85-465F-2614-DA7A-082F508B2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C8040-CEE1-C496-0B9E-ABE25CBB9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EEC0-F482-6284-2ED6-C433658C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E949-65D6-36DB-4C33-CA5F7745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192AF-86DB-5996-9F07-267078BA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4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14FD7-FEE9-D196-145E-4D74F7733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C8A2A-3BC1-E12F-F5D0-A9CB3DABB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FC9F2-4DE0-EDF4-2FA7-3D2DD5488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171D0-702A-4D18-A204-4C7A7E55E1D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748C2-8100-E051-0C3C-D19BB23A3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31DFE-C3B5-7927-4BF7-B75E1EF85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94E84-0BA4-4A84-A524-68051017C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40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05F9-DEEA-F1B5-8A32-F0236388C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8D1C9-072D-6AA8-F344-C1106786A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6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E9AF-0C80-16F3-FB2C-D7B39DC9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47477E-520C-78CD-512D-7EB7A3D12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FAEF8-8526-96B5-C2B2-78171DD7C97C}"/>
              </a:ext>
            </a:extLst>
          </p:cNvPr>
          <p:cNvSpPr txBox="1"/>
          <p:nvPr/>
        </p:nvSpPr>
        <p:spPr>
          <a:xfrm>
            <a:off x="1135558" y="181272"/>
            <a:ext cx="102182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i="0" dirty="0">
                <a:effectLst/>
                <a:latin typeface="Lato" panose="02000000000000000000" pitchFamily="2" charset="0"/>
              </a:rPr>
              <a:t>నీవు లేని రోజు అసలు రోజే కాదయా</a:t>
            </a:r>
            <a:br>
              <a:rPr lang="te-IN" sz="4400" b="1" dirty="0"/>
            </a:br>
            <a:r>
              <a:rPr lang="te-IN" sz="4400" b="1" i="0" dirty="0">
                <a:effectLst/>
                <a:latin typeface="Lato" panose="020F0502020204030203" pitchFamily="34" charset="0"/>
              </a:rPr>
              <a:t>నీవు లేని బ్రతుకు అసలు బ్రతుకే కాదయా (2)</a:t>
            </a:r>
            <a:br>
              <a:rPr lang="te-IN" sz="4400" b="1" dirty="0"/>
            </a:br>
            <a:r>
              <a:rPr lang="te-IN" sz="4400" b="1" i="0" dirty="0">
                <a:effectLst/>
                <a:latin typeface="Lato" panose="020F0502020204030203" pitchFamily="34" charset="0"/>
              </a:rPr>
              <a:t>నీవే లేకపోతే నేనసలే లేనయా (2)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7604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6652-9D50-AE93-8949-BC1AA3BB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88213F-6150-111B-FF9C-7BBC3543C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733541-1E1E-5B0D-4380-CE2C7D06D16C}"/>
              </a:ext>
            </a:extLst>
          </p:cNvPr>
          <p:cNvSpPr txBox="1"/>
          <p:nvPr/>
        </p:nvSpPr>
        <p:spPr>
          <a:xfrm>
            <a:off x="838200" y="156776"/>
            <a:ext cx="106203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బాధ కలుగు వేళలో నెమ్మది నాకిచ్చావు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నా కన్నీరు తుడచి నా చేయి పట్టావు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నన్ను విడువనన్నవు – నా దేవుడైనావు (2)   ||నీవే||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19915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5671-1AA7-5D1F-8D71-0D51E03C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A4EF26-9A5D-73FA-628F-99F4CB6B7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C3137-3526-58BF-89D7-55B242310CF2}"/>
              </a:ext>
            </a:extLst>
          </p:cNvPr>
          <p:cNvSpPr txBox="1"/>
          <p:nvPr/>
        </p:nvSpPr>
        <p:spPr>
          <a:xfrm>
            <a:off x="392905" y="365125"/>
            <a:ext cx="84177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ఈ నాటి నా స్థితి నీవు నాకు ఇచ్చినదే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నేను కలిగియున్నవన్ని నీదు కృపా భాగ్యమే (2)</a:t>
            </a:r>
            <a:endParaRPr lang="en-GB" sz="4000" b="1" i="0" dirty="0">
              <a:effectLst/>
              <a:latin typeface="Lato" panose="020F0502020204030203" pitchFamily="34" charset="0"/>
            </a:endParaRPr>
          </a:p>
          <a:p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నీవు నా సొత్తన్నావు – కృపాక్షేమమిచ్చావు (2)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5063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2025-09-28T07:46:03Z</dcterms:created>
  <dcterms:modified xsi:type="dcterms:W3CDTF">2025-09-28T07:46:04Z</dcterms:modified>
</cp:coreProperties>
</file>