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Roboto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Roboto-italic.fntdata"/><Relationship Id="rId10" Type="http://schemas.openxmlformats.org/officeDocument/2006/relationships/font" Target="fonts/Roboto-bold.fntdata"/><Relationship Id="rId12" Type="http://schemas.openxmlformats.org/officeDocument/2006/relationships/font" Target="fonts/Roboto-boldItalic.fntdata"/><Relationship Id="rId9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646e65bd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646e65bd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646e65bd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646e65bd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purple-watercolour-background-corners_78370-187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0822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657750" y="521475"/>
            <a:ext cx="78285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నే బ్రతుకు దినములన్నియు కృపాక్షేమములే నా వెంట వచ్చుటకు కారణం</a:t>
            </a:r>
            <a:endParaRPr b="1" sz="3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నే బ్రతుకు దినములన్నియు కృపాక్షేమములే నా ఇంట ఉండుటకు కారణం</a:t>
            </a:r>
            <a:endParaRPr b="1" sz="3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//నీ సన్నిదే ప్రభువా//4//నీ సన్నిదే</a:t>
            </a:r>
            <a:endParaRPr b="1" sz="3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          //నే బ్రతుకు//</a:t>
            </a:r>
            <a:r>
              <a:rPr b="1" lang="en-GB" sz="3000">
                <a:solidFill>
                  <a:schemeClr val="dk1"/>
                </a:solidFill>
                <a:highlight>
                  <a:srgbClr val="0F0F0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 b="1"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4" title="purple-watercolour-background-corners_78370-187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08227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754800" y="1294338"/>
            <a:ext cx="76344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అబ్రహాము వెంట__ హనోకు ఇంట</a:t>
            </a:r>
            <a:endParaRPr b="1" sz="3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నోవాహు వెంట__ నయమాను ఇంట//2//</a:t>
            </a:r>
            <a:endParaRPr b="1" sz="3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   </a:t>
            </a:r>
            <a:endParaRPr b="1" sz="3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//నీ సన్నిదే ప్రభువా//3// నీ సన్నిదే</a:t>
            </a:r>
            <a:endParaRPr b="1" sz="3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     //నే బ్రతుకు//</a:t>
            </a:r>
            <a:endParaRPr b="1"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5" title="purple-watercolour-background-corners_78370-187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08227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1092750" y="1152475"/>
            <a:ext cx="71499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యాకోబు వెంట__ యోసేపు ఇoట</a:t>
            </a:r>
            <a:endParaRPr b="1" sz="3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దావీదు వెంట__ దానియేలు ఇంట//2//</a:t>
            </a:r>
            <a:endParaRPr b="1" sz="3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//నీ సన్నిదే ప్రభువా//3//నీ సన్నిదే </a:t>
            </a:r>
            <a:endParaRPr b="1" sz="3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//నే బ్రతుకు//</a:t>
            </a:r>
            <a:endParaRPr b="1"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