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eAZnWBSdmWO+L2gZ0GkmQ3DqT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91" name="Google Shape;9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7027" y="0"/>
            <a:ext cx="123590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523874" y="158750"/>
            <a:ext cx="10175100" cy="193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అనుక్షణము నిన్నే కొలుతూ </a:t>
            </a:r>
            <a:r>
              <a:rPr b="1" lang="te-IN" sz="4000">
                <a:latin typeface="Calibri"/>
                <a:ea typeface="Calibri"/>
                <a:cs typeface="Calibri"/>
                <a:sym typeface="Calibri"/>
              </a:rPr>
              <a:t>పునరుత్థానుడా</a:t>
            </a:r>
            <a:endParaRPr b="1" sz="4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పునరుత్థానుడా -పరిశుద్ధుడా</a:t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98" name="Google Shape;98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458" r="458" t="0"/>
          <a:stretch/>
        </p:blipFill>
        <p:spPr>
          <a:xfrm flipH="1" rot="10800000">
            <a:off x="0" y="-2"/>
            <a:ext cx="1219200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607219" y="1282512"/>
            <a:ext cx="7497961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1.అధికారులైనా- దేవదూతలైన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వస్త్రహీనులైన –ఉపద్రవమైన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కరువైన -ఖడ్గమైన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05" name="Google Shape;105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838200" y="628859"/>
            <a:ext cx="7608094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2.రోగినైనా నాకై –త్యాగమైనవే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దోషినైన నాకై-దాహము గొన్నావే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ఊహకందదయ్య -నీ ధర్మమూ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12" name="Google Shape;112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1227157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3303983" y="365125"/>
            <a:ext cx="623887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3.శ్రమలైన –హింసలైనా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రాబోవునవైనా –ఉన్నవైనా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మరణమైన -జీవమైన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19" name="Google Shape;119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686" y="0"/>
            <a:ext cx="12244687" cy="689841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 txBox="1"/>
          <p:nvPr/>
        </p:nvSpPr>
        <p:spPr>
          <a:xfrm>
            <a:off x="439637" y="365125"/>
            <a:ext cx="7468196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4.ఒంటరినైనా నా కంటనీరు తుడిచావే</a:t>
            </a:r>
            <a:endParaRPr b="1" i="0" sz="4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కంటిపాపల నీ ఇంట చేర్చుకున్నవే</a:t>
            </a:r>
            <a:endParaRPr b="1" i="0" sz="4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మంటినైనా నన్ను నీ బంటుగా చేసావే</a:t>
            </a:r>
            <a:endParaRPr b="1" i="0" sz="4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2025-09-28T07:28:08Z</dcterms:created>
  <dc:creator>AAKASH INTI</dc:creator>
</cp:coreProperties>
</file>