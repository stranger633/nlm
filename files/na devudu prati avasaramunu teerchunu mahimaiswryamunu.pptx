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D43E-2C08-5994-A719-9237B6E12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AE66AF-4772-CFC9-D3DD-417FC2030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DB155-C632-25B6-8FB0-C7FBBBE61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126-CD7C-4A91-BAFB-9C85AF5C5D6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983DF-1D9E-78B1-88E9-06F058967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CA729-B4F6-2ACA-8163-83315DE70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4075-0DC0-4459-B182-A68960398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72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F1650-3A31-5AC8-F180-BB2EA74B6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2B399-3697-DCD6-2368-0AA0732CF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ABCE0-858F-A0AB-A19A-B85AF6870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126-CD7C-4A91-BAFB-9C85AF5C5D6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F0B1C-D7C4-81CD-0B19-E816840FB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00C5F-D55E-ABA0-FEA8-F3A4C93A2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4075-0DC0-4459-B182-A68960398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8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A3323-7783-57EB-DDFC-C4E9FFAEA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F990C-95BD-CEED-7BCA-AB1B3EFA7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43F60-7F25-A847-7390-4AB8A1EDA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126-CD7C-4A91-BAFB-9C85AF5C5D6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331BC-686D-18BB-2838-602AD648E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9789B-2504-9286-2A6E-7A279D0D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4075-0DC0-4459-B182-A68960398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19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4B9F1-0F23-73FD-DD6F-7EFCFD624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067A3-A094-B24F-878C-C8D6BCE3E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B0F7B-1F65-CD22-55DC-E690C2163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58C88-8B18-DCCD-83F8-C692FD282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126-CD7C-4A91-BAFB-9C85AF5C5D6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20EF3-FCB8-0FD1-83F3-9F17AF17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4FEB0-D292-8450-26D8-F6094A05A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4075-0DC0-4459-B182-A68960398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221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F7029-05FC-E94D-3060-0EED6A8AE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62479-0BBC-D88B-187C-5C1CA2B27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EB070E-C733-9888-67E1-A49F20504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0748DC-7E98-F46E-0A72-F7B12D574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B703E-5653-47CB-9051-EBE1B46BFD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E7875E-0A31-C4B2-17B9-D29C18AB2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126-CD7C-4A91-BAFB-9C85AF5C5D6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F50E18-EEA1-CDC4-A248-ECD0645F9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78286F-E3C0-529B-A60F-F5DC4B9F5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4075-0DC0-4459-B182-A68960398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185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B8A05-88EE-C066-C4EE-D66BDB1D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070C3D-39A6-56ED-65F0-A64045105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126-CD7C-4A91-BAFB-9C85AF5C5D6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CE678-93F0-DC84-6E32-5C37473A4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52A9C6-F9BE-ABFC-2FA7-C7A9E5B1E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4075-0DC0-4459-B182-A68960398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928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04E5D9-872B-D4B2-01D9-33498137C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126-CD7C-4A91-BAFB-9C85AF5C5D6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540622-0593-5E9E-9AAC-0CB552A97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06D06-35FC-2270-E7A6-B99FF42B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4075-0DC0-4459-B182-A68960398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406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51877-0E6B-773D-E10D-965058798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E47A0-4996-DF51-5B53-E98E58AA0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7B90D-EA5F-5376-36B1-7D9E902F5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68CFB-F41B-49B1-888E-CCA0C4239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126-CD7C-4A91-BAFB-9C85AF5C5D6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88DB6-DD6C-75A6-FEA1-704695F11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01ED6-993B-C040-7FE0-7300E193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4075-0DC0-4459-B182-A68960398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689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1D236-D212-AF47-0A84-B5BE8EF36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F76DCA-0607-2530-D597-3B36BAA9F8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D4FD9-314F-412F-0818-75616F6495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CEDD1-C1EF-9AC3-A982-255FCE6A2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126-CD7C-4A91-BAFB-9C85AF5C5D6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CD4E6-7F43-0A4E-19A0-3EC0B7B18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BA4CD-4AD0-0751-A677-95FC33683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4075-0DC0-4459-B182-A68960398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056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F0AFA-0229-C3FA-BBBE-5DF49F1E5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ADA370-569A-C550-C8C0-64ED87F0A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CCDB6-E1E0-3A04-F673-E28CEFB96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126-CD7C-4A91-BAFB-9C85AF5C5D6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577E6-B71C-0B16-8ED7-98A5C5B7F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A041F-F6E3-61C1-716F-C0498729C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4075-0DC0-4459-B182-A68960398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864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00E76E-A999-798D-DED9-271FC99BB7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E0C751-E8FB-D491-D624-8CC0FD734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0D3C-366A-8C75-FB5D-1572F9386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126-CD7C-4A91-BAFB-9C85AF5C5D6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1D3EB-8EE6-B333-0455-CCF7D7E65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C8B6-60A1-35EB-A481-E2719F000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14075-0DC0-4459-B182-A68960398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87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F5E292-1409-61CD-5B42-65ADD0C94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BBF09-22B2-0776-CF74-9EEA118A5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B6D25-E44B-DD76-D7A5-EA4FCD364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55126-CD7C-4A91-BAFB-9C85AF5C5D69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F2A54-74DF-456D-73A0-59C18ADBB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AB5D0-3E25-969F-FADD-8496AF4D66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14075-0DC0-4459-B182-A68960398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58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F2C58-0394-4B6C-8DCA-873D91FEB0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DAAAD-4E2D-B2FD-F2AE-3941C67104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61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1BA2D-6A24-B642-FC99-C409C795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E8CA6E-C0DC-F3C7-00CD-1B6772D8C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28A5B2-C425-2D82-D1DB-459F6F1B769E}"/>
              </a:ext>
            </a:extLst>
          </p:cNvPr>
          <p:cNvSpPr txBox="1"/>
          <p:nvPr/>
        </p:nvSpPr>
        <p:spPr>
          <a:xfrm>
            <a:off x="376237" y="365125"/>
            <a:ext cx="1138713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dirty="0"/>
              <a:t>నా దేవుడు ప్రతి అవసరమును తీర్చును మహిమైశ్వర్యములో </a:t>
            </a:r>
            <a:endParaRPr lang="en-GB" sz="4000" b="1" dirty="0"/>
          </a:p>
          <a:p>
            <a:pPr algn="ctr"/>
            <a:r>
              <a:rPr lang="te-IN" sz="4000" b="1" dirty="0"/>
              <a:t>తల్లి వలె ప్రేమించును - తండ్రి వలె పోషించును </a:t>
            </a:r>
            <a:endParaRPr lang="en-GB" sz="4000" b="1" dirty="0"/>
          </a:p>
          <a:p>
            <a:pPr algn="ctr"/>
            <a:r>
              <a:rPr lang="te-IN" sz="4000" b="1" dirty="0"/>
              <a:t>కాపరి వలె నడిపించును - వైద్యునిలా స్వస్థపరచును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662075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F0431-A6DB-F79A-3C28-BE7E99149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A2704F-9A4A-5F82-85E7-6183226A34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1FB508-BE08-6BC1-8A52-597910B08396}"/>
              </a:ext>
            </a:extLst>
          </p:cNvPr>
          <p:cNvSpPr txBox="1"/>
          <p:nvPr/>
        </p:nvSpPr>
        <p:spPr>
          <a:xfrm>
            <a:off x="984647" y="669380"/>
            <a:ext cx="1022270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400" b="1" dirty="0"/>
              <a:t>1. కలవర పడినే కొండల వైపు కన్నులెత్తుదునా నా సహాయము నీవెగా - నా యేసు రాజా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497588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D6CF6-6CC8-E9BB-BB0B-5F9B16F04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C8A6287-EBE5-09EA-174C-5505642056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969"/>
            <a:ext cx="12192000" cy="66198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034CB2-C1C2-F604-7E14-2D79892275B1}"/>
              </a:ext>
            </a:extLst>
          </p:cNvPr>
          <p:cNvSpPr txBox="1"/>
          <p:nvPr/>
        </p:nvSpPr>
        <p:spPr>
          <a:xfrm>
            <a:off x="5462588" y="450742"/>
            <a:ext cx="631031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dirty="0"/>
              <a:t>2. జీవించుచున్నది నేను కాదు జీవించు క్రీస్తేసే</a:t>
            </a:r>
            <a:endParaRPr lang="en-GB" sz="4000" b="1" dirty="0"/>
          </a:p>
          <a:p>
            <a:pPr algn="ctr"/>
            <a:r>
              <a:rPr lang="te-IN" sz="4000" b="1" dirty="0"/>
              <a:t>నా మట్టుకైతే బ్రతుకుట క్రీస్తు - చావైతే లాభమే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86065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2025-09-28T08:32:13Z</dcterms:created>
  <dcterms:modified xsi:type="dcterms:W3CDTF">2025-09-28T08:32:13Z</dcterms:modified>
</cp:coreProperties>
</file>