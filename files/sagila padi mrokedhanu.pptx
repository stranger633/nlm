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DE42-2E80-66F4-A421-EA14FB8B2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1DCBC-22BF-45E7-1C56-E06E62C3F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13437-57D3-94F5-9739-251D3FE8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0949E-B201-76B9-3A7B-AF65B8FB8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0CB4C-50BC-0442-F97F-C8C803BD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91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BDF2-71F0-1D4F-67BD-AD9251DF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56A3-B43F-2841-402D-1C5F6EFD6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E56C8-223E-1675-0E16-36AD6EBD5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F2BB0-BDB2-8CD6-4681-C2149A17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EC0C8-4632-75BD-8AD3-797CBB81D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60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74E16-6169-7B32-4DD8-7B90AEBC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424AE-F142-7B57-C2EA-DF649F880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2DAAF-6920-6F8F-BA7F-13CA7B142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418BD-43D6-7E2A-46E0-716864BB5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36B3-20F6-18FB-EE3A-C0F49ED2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84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5462-58A3-7C21-3B34-5A27C7614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9CFE7-9D9E-4CB4-CC24-5E1C21543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949EA-0A43-F4BE-1D18-C6B9D05D3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AA397-1D2F-1AC2-5597-32D97BDA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4D953-BAD1-CA2A-01AB-DB16EE15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1CFB2-C1B0-D805-BCB9-CD7C3687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1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A5CF-5A61-A4B4-7D6B-BA1A8081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0C4FA-E2D7-023E-5561-1A9719FB3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9D169-3609-1AC5-2855-B9D486C96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1556F-AE28-26E1-12B8-6D6760058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73E10-FFD5-57FE-8BDF-D80716ED6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38AA4-36A0-A66F-3EA2-5404AE34B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1ACE6-CE4F-47CF-0B73-B8A65558F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6C6C9-5269-3598-D8F2-E14EE2C1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37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E7B1-E41E-0538-E60E-B34BDEC3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E7E39-651B-94D2-F55E-85344F345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A41C9-619A-2742-AA1C-B9150F7A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9E6C4-2B48-8672-24DD-1831C6CC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85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C1602-24DB-16B2-51AC-97D10B2D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86CDC-D018-9037-0A36-1FCBFC3A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CA368-D457-302E-B327-5F3998DF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23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9CF0-E40C-310B-88A2-90F65273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F9948-7902-E5AE-C791-21E22228B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B74C0-DF7E-64E8-747E-C46A768E1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DEB0-E0A8-7578-5CF1-A65176A6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98917-EC16-8EBA-F7CF-7B6458EB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EA54C-78D4-03B9-D510-7B9A9797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44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0A012-8D9F-4B0A-91D9-A8A1A8A0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DAAFA-FF65-903D-AA14-B20537C53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A70F1-2E2C-1D89-E317-3243EC707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71E9-E0E6-E84C-B09F-A07F958F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E647B-32EE-0B7D-0CCD-ECF94304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C06A6-8A5B-FD84-BE8B-057BDAE8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01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8C87-AADA-85EF-8BEE-EB2CEA002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38E4A-3610-74B8-BF64-73A16FB59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16D6F-DD3D-AA75-EB8B-581E99E9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3E2B8-6697-86B2-D4D0-5DE6129CA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9B8E4-3E6D-DBA3-3F60-FD71AA7B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42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14DA8-ED02-1AF0-9455-7A0F52C14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B3205-BAE8-0448-7999-F2D92F528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634B5-1A69-3A61-135C-E0AF2AB9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45954-49B4-AE8E-FB0F-A67D26E7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85AFD-E67F-A75B-3333-1B3BC20A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56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95066-0DA6-FD7B-D8CD-5DA783357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8E81A-C7DB-E240-670E-7D6B81AA8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A2231-7415-1AB0-D362-297D95030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E964F-E377-4432-B469-9CEED3064F7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8DE2-274A-9289-C8A2-2606B697B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9BAC4-02B7-3BD2-A61A-5F0513F45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02437-E17F-49EB-B272-DCF24B115B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45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D1B2-6F5F-910C-FF1E-43F690CFC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F8D39-B599-9796-9F30-CE20BDE00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89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9812-8B41-0B5B-9372-25D78CBA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AAEFA8-80C8-0444-1634-4EB5388B5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906"/>
            <a:ext cx="12108656" cy="6869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E96401-E21B-7595-EFC1-81D81B4AD71C}"/>
              </a:ext>
            </a:extLst>
          </p:cNvPr>
          <p:cNvSpPr txBox="1"/>
          <p:nvPr/>
        </p:nvSpPr>
        <p:spPr>
          <a:xfrm>
            <a:off x="714375" y="365125"/>
            <a:ext cx="1117282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88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సాగిలపడి మ్రొక్కెదము సత్యముతో ఆత్మలో</a:t>
            </a:r>
            <a:endParaRPr lang="en-GB" sz="8800" b="1">
              <a:solidFill>
                <a:schemeClr val="bg1"/>
              </a:solidFill>
            </a:endParaRPr>
          </a:p>
          <a:p>
            <a:pPr algn="ctr"/>
            <a:r>
              <a:rPr lang="te-IN" sz="88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మన ప్రభు యేసుని </a:t>
            </a:r>
            <a:endParaRPr lang="en-GB" sz="8800" b="1" i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r>
              <a:rPr lang="te-IN" sz="88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 ఆ ఆఆ (2) </a:t>
            </a:r>
            <a:endParaRPr lang="en-US" sz="8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03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134D-4742-4AB0-AC4D-819B3E61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26212F-F765-5F69-B96D-D9DC962D5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E3C2AF-50FF-E019-79E3-020105A5644D}"/>
              </a:ext>
            </a:extLst>
          </p:cNvPr>
          <p:cNvSpPr txBox="1"/>
          <p:nvPr/>
        </p:nvSpPr>
        <p:spPr>
          <a:xfrm>
            <a:off x="476249" y="306566"/>
            <a:ext cx="10977563" cy="61863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మోషేకంటే శ్రేష్టుడు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అన్ని మోసములనుండి విడిపించున్ (2)</a:t>
            </a:r>
            <a:endParaRPr lang="en-GB" sz="6600" b="1" i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వేషధారులను ద్వేషించున్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ఆశతో మ్రొక్కెదము (2)           </a:t>
            </a:r>
            <a:endParaRPr lang="en-US" sz="6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376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5217C87-E35E-BA4A-A3A2-3645F63438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 r="355"/>
          <a:stretch>
            <a:fillRect/>
          </a:stretch>
        </p:blipFill>
        <p:spPr>
          <a:xfrm>
            <a:off x="0" y="0"/>
            <a:ext cx="12235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79D077-7667-D928-DDB1-6927D861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B13C6-947E-D844-83B9-0C01B1BFEAF6}"/>
              </a:ext>
            </a:extLst>
          </p:cNvPr>
          <p:cNvSpPr txBox="1"/>
          <p:nvPr/>
        </p:nvSpPr>
        <p:spPr>
          <a:xfrm>
            <a:off x="333375" y="601802"/>
            <a:ext cx="10515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అహరోనుకంటే శ్రేష్టుడు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మన ఆరాధనకు పాత్రుండు (2)</a:t>
            </a:r>
            <a:br>
              <a:rPr lang="te-IN" sz="6600" b="1">
                <a:solidFill>
                  <a:schemeClr val="bg1"/>
                </a:solidFill>
              </a:rPr>
            </a:br>
            <a:endParaRPr lang="en-GB" sz="6600" b="1">
              <a:solidFill>
                <a:schemeClr val="bg1"/>
              </a:solidFill>
            </a:endParaRPr>
          </a:p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ఆయనే ప్రధాన యాజకుడు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అందరము మ్రొక్కెదము (2)   </a:t>
            </a:r>
            <a:endParaRPr lang="en-US" sz="6600" b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D95853-C83D-A7C0-D9F9-9330B2948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108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BE72EEF4-A241-81B8-8805-C3EB86D227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 r="355"/>
          <a:stretch>
            <a:fillRect/>
          </a:stretch>
        </p:blipFill>
        <p:spPr>
          <a:xfrm>
            <a:off x="0" y="0"/>
            <a:ext cx="12235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B00DB7-C1B5-BC03-0E88-800E70D43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3A125-1A8F-832F-9415-92D7AAE7D9DD}"/>
              </a:ext>
            </a:extLst>
          </p:cNvPr>
          <p:cNvSpPr txBox="1"/>
          <p:nvPr/>
        </p:nvSpPr>
        <p:spPr>
          <a:xfrm>
            <a:off x="400051" y="365125"/>
            <a:ext cx="1095374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ఆలయముకన్న శ్రేష్టుడు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నిజ ఆలయముగ తానే యుండెన్ (2)</a:t>
            </a:r>
            <a:endParaRPr lang="en-GB" sz="6600" b="1" dirty="0">
              <a:solidFill>
                <a:schemeClr val="bg1"/>
              </a:solidFill>
            </a:endParaRPr>
          </a:p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ఆలయము మీరేయనెను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ఎల్లకాలము మ్రొక్కెదము (2)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D18FCC-541E-8602-4788-5FA035D00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92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0EA6-469F-9E1D-3384-EEC83861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3596EB-F587-02DB-32E9-615479C7A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7DA1A-4809-0C02-7E8A-A423DC677F9A}"/>
              </a:ext>
            </a:extLst>
          </p:cNvPr>
          <p:cNvSpPr txBox="1"/>
          <p:nvPr/>
        </p:nvSpPr>
        <p:spPr>
          <a:xfrm>
            <a:off x="178593" y="365125"/>
            <a:ext cx="1183481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యోనా కంటె శ్రేష్టుడు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ప్రాణ దానముగా తన్ను అర్పించెన్ (2)</a:t>
            </a:r>
            <a:br>
              <a:rPr lang="te-IN" sz="6600" b="1">
                <a:solidFill>
                  <a:schemeClr val="bg1"/>
                </a:solidFill>
              </a:rPr>
            </a:br>
            <a:endParaRPr lang="en-GB" sz="6600" b="1">
              <a:solidFill>
                <a:schemeClr val="bg1"/>
              </a:solidFill>
            </a:endParaRPr>
          </a:p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మానవులను విమోచించెన్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ఘనపరచి మ్రొక్కెదము (2)       </a:t>
            </a:r>
            <a:endParaRPr lang="en-US" sz="6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47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C952-0154-8B9E-64F2-15BBD5300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AB5521-0BB4-5FBC-4CF2-707DAE46D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" y="-1632"/>
            <a:ext cx="12253231" cy="6869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5A63DF-CBFF-49D7-24E4-CBB231CA6087}"/>
              </a:ext>
            </a:extLst>
          </p:cNvPr>
          <p:cNvSpPr txBox="1"/>
          <p:nvPr/>
        </p:nvSpPr>
        <p:spPr>
          <a:xfrm>
            <a:off x="742353" y="582037"/>
            <a:ext cx="1074717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సొలోమోను కన్న శ్రేష్ఠుడు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సర్వజ్ఞానమునకు ఆధారుండు (2)</a:t>
            </a:r>
            <a:br>
              <a:rPr lang="te-IN" sz="6600" b="1">
                <a:solidFill>
                  <a:schemeClr val="bg1"/>
                </a:solidFill>
              </a:rPr>
            </a:br>
            <a:endParaRPr lang="en-GB" sz="6600" b="1">
              <a:solidFill>
                <a:schemeClr val="bg1"/>
              </a:solidFill>
            </a:endParaRPr>
          </a:p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పదివేలలో అతిప్రియుండు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పదిలముగ మ్రొక్కెదము (2)       </a:t>
            </a:r>
            <a:endParaRPr lang="en-US" sz="6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50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E4D5-1240-6CD5-520B-DEA42FA9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4EE79B-EAA7-0C49-B97A-0FCB2522D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03930B-67B7-D6C2-27DA-2E28C9A847B5}"/>
              </a:ext>
            </a:extLst>
          </p:cNvPr>
          <p:cNvSpPr txBox="1"/>
          <p:nvPr/>
        </p:nvSpPr>
        <p:spPr>
          <a:xfrm>
            <a:off x="446483" y="783907"/>
            <a:ext cx="1129903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రాజులకంటే శ్రేష్ఠుడు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యాజకులనుగా మనలను చేసెన్ (2)</a:t>
            </a:r>
            <a:br>
              <a:rPr lang="te-IN" sz="6600" b="1">
                <a:solidFill>
                  <a:schemeClr val="bg1"/>
                </a:solidFill>
              </a:rPr>
            </a:br>
            <a:endParaRPr lang="en-GB" sz="6600" b="1">
              <a:solidFill>
                <a:schemeClr val="bg1"/>
              </a:solidFill>
            </a:endParaRPr>
          </a:p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రారాజుగ త్వరలో వచ్చున్</a:t>
            </a:r>
            <a:br>
              <a:rPr lang="te-IN" sz="6600" b="1">
                <a:solidFill>
                  <a:schemeClr val="bg1"/>
                </a:solidFill>
              </a:rPr>
            </a:br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రయముగను మ్రొక్కెదము (2)      </a:t>
            </a:r>
            <a:endParaRPr lang="en-US" sz="6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786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9010-9701-AC0A-5368-38F66123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58C053-C778-B3D6-84CF-1EED065A2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4" y="0"/>
            <a:ext cx="1210865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2C0320-A160-1532-A51E-3B7EE189E4A5}"/>
              </a:ext>
            </a:extLst>
          </p:cNvPr>
          <p:cNvSpPr txBox="1"/>
          <p:nvPr/>
        </p:nvSpPr>
        <p:spPr>
          <a:xfrm>
            <a:off x="1059657" y="365125"/>
            <a:ext cx="108894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అందరిలో అతి శ్రేష్ఠుడు</a:t>
            </a:r>
            <a:br>
              <a:rPr lang="te-IN" sz="7200" b="1">
                <a:solidFill>
                  <a:schemeClr val="bg1"/>
                </a:solidFill>
              </a:rPr>
            </a:br>
            <a:r>
              <a:rPr lang="te-IN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మనకందరికి తానే ప్రభువు (2)</a:t>
            </a:r>
            <a:br>
              <a:rPr lang="te-IN" sz="7200" b="1">
                <a:solidFill>
                  <a:schemeClr val="bg1"/>
                </a:solidFill>
              </a:rPr>
            </a:br>
            <a:endParaRPr lang="en-GB" sz="7200" b="1">
              <a:solidFill>
                <a:schemeClr val="bg1"/>
              </a:solidFill>
            </a:endParaRPr>
          </a:p>
          <a:p>
            <a:pPr algn="ctr"/>
            <a:r>
              <a:rPr lang="te-IN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హల్లెలూయకు పాత్రుండు</a:t>
            </a:r>
            <a:br>
              <a:rPr lang="te-IN" sz="7200" b="1">
                <a:solidFill>
                  <a:schemeClr val="bg1"/>
                </a:solidFill>
              </a:rPr>
            </a:br>
            <a:r>
              <a:rPr lang="te-IN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అనుదినము మ్రొక్కెదము (2)   </a:t>
            </a:r>
            <a:endParaRPr lang="en-US" sz="7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537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2025-09-28T07:17:32Z</dcterms:created>
  <dcterms:modified xsi:type="dcterms:W3CDTF">2025-09-28T07:17:32Z</dcterms:modified>
</cp:coreProperties>
</file>