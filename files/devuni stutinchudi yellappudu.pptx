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ll7S+r3IbafeeAa4mIdcWtvbQ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e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e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e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e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e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e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e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e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e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e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e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e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91" name="Google Shape;91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1283" r="1283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1702594" y="583406"/>
            <a:ext cx="69294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e-IN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దేవుని స్తుతియించుడి - ఎల్లప్పుడు దేవుని స్తుతియించుడి ఆ... ఆ...</a:t>
            </a:r>
            <a:endParaRPr b="1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5623" l="1535" r="658" t="0"/>
          <a:stretch/>
        </p:blipFill>
        <p:spPr>
          <a:xfrm>
            <a:off x="0" y="-1"/>
            <a:ext cx="12192000" cy="701185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838200" y="2055814"/>
            <a:ext cx="10048875" cy="1446550"/>
          </a:xfrm>
          <a:prstGeom prst="rect">
            <a:avLst/>
          </a:prstGeom>
          <a:solidFill>
            <a:srgbClr val="EAEAEA">
              <a:alpha val="5764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e-IN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ఆయన పరిశుద్ధ ఆలయమందు - ఆయన సన్నిధిలో ఆ... ఆయన సన్నిధిలో - ఎల్లప్పుడు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05" name="Google Shape;105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90520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/>
        </p:nvSpPr>
        <p:spPr>
          <a:xfrm>
            <a:off x="328614" y="365125"/>
            <a:ext cx="11025186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e-IN" sz="44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ఆయన బలమును ప్రసిద్ధిచేయు ఆకాశ విశాలమందు ఆ.. ఆకాశ విశాలమందు - ఎల్లప్పుడు</a:t>
            </a:r>
            <a:endParaRPr b="1" i="0" sz="44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12" name="Google Shape;112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1362" r="1362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 txBox="1"/>
          <p:nvPr/>
        </p:nvSpPr>
        <p:spPr>
          <a:xfrm>
            <a:off x="95250" y="365125"/>
            <a:ext cx="11549062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e-IN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ఆయన పరాక్రమ కార్యములను బట్టి ఆయన ప్రభావమును</a:t>
            </a:r>
            <a:endParaRPr b="1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e-IN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ఆ... ఆయన ప్రభావమును ఎల్లప్పుడు</a:t>
            </a:r>
            <a:endParaRPr b="1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233" r="233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 txBox="1"/>
          <p:nvPr/>
        </p:nvSpPr>
        <p:spPr>
          <a:xfrm>
            <a:off x="4805463" y="906648"/>
            <a:ext cx="7171831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e-IN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భూరధ్వనితో ఆయనను స్తుతించుడి - స్వరమండలములతో ఆ.. స్వరమండలములతో - ఎల్లప్పుడు</a:t>
            </a:r>
            <a:endParaRPr b="1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0498" l="0" r="0" t="1049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604027" y="615642"/>
            <a:ext cx="9858375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e-IN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సన్నని తంతుల సితారతోను - చక్కని స్వరములతో ఆ_ చక్కని స్వరములతో ఎల్లప్పుడు</a:t>
            </a:r>
            <a:endParaRPr b="1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233" r="233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8"/>
          <p:cNvSpPr txBox="1"/>
          <p:nvPr/>
        </p:nvSpPr>
        <p:spPr>
          <a:xfrm>
            <a:off x="650081" y="1544433"/>
            <a:ext cx="10703719" cy="1323439"/>
          </a:xfrm>
          <a:prstGeom prst="rect">
            <a:avLst/>
          </a:prstGeom>
          <a:solidFill>
            <a:srgbClr val="EAEAEA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e-IN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తంబురతోను నాట్యముతోను- తంతి వాయిద్యములతో</a:t>
            </a:r>
            <a:endParaRPr b="1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te-IN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ఆ-- తంతి వాయిద్యములతో - ఎల్లప్పుడు</a:t>
            </a:r>
            <a:endParaRPr b="1" i="0" sz="4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838200" y="6061435"/>
            <a:ext cx="6783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e-IN" sz="1800" u="none" cap="none" strike="noStrike">
                <a:solidFill>
                  <a:schemeClr val="lt1"/>
                </a:solidFill>
                <a:highlight>
                  <a:srgbClr val="C0C0C0"/>
                </a:highlight>
                <a:latin typeface="Calibri"/>
                <a:ea typeface="Calibri"/>
                <a:cs typeface="Calibri"/>
                <a:sym typeface="Calibri"/>
              </a:rPr>
              <a:t>hello</a:t>
            </a:r>
            <a:endParaRPr sz="1800">
              <a:solidFill>
                <a:schemeClr val="lt1"/>
              </a:solidFill>
              <a:highlight>
                <a:srgbClr val="C0C0C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7813" l="0" r="0" t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2" name="Google Shape;142;p9"/>
          <p:cNvSpPr txBox="1"/>
          <p:nvPr/>
        </p:nvSpPr>
        <p:spPr>
          <a:xfrm>
            <a:off x="838200" y="956387"/>
            <a:ext cx="981075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e-I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పిల్లన గ్రోవులు చల్లగనూది - ఎల్ల ప్రజలు చేరి 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e-I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ఆ.. ఎల్లప్రజలు చేరి - ఎల్లప్పుడు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7578" l="0" r="0" t="7579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9" name="Google Shape;149;p10"/>
          <p:cNvSpPr txBox="1"/>
          <p:nvPr/>
        </p:nvSpPr>
        <p:spPr>
          <a:xfrm>
            <a:off x="904286" y="1279525"/>
            <a:ext cx="1071562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e-I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మ్రోగు తాళములతో ఆయనన్ స్తుతించుడి - గంభీర తాళముతో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e-I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ఆ.. గంభీర తాళముతో - ఎల్లప్పుడు</a:t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55" name="Google Shape;155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1975" y="-160256"/>
            <a:ext cx="12424527" cy="7268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2025-09-28T07:42:13Z</dcterms:created>
  <dc:creator>AAKASH INTI</dc:creator>
</cp:coreProperties>
</file>