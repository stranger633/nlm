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31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C066-D8DE-A687-0663-C5BC35CD4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AEB8F-CF6F-DDE9-1C44-E128794A9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1ECAC-57D5-3ED8-A10A-8925052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103B-FC4A-9DA5-C6DA-3D16DBD2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9655-6BDE-D0D4-6536-75680B0D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2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2068-D6D5-EE74-316E-89358EE8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C9C55-20A7-AED8-671A-375BC2E8D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9053E-C36C-7C1D-D75C-0363880F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7FD6-7E61-0EDF-14B5-E1305114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29B6-B0FF-2657-9A47-D7B290A7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93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7FF1-AF37-FCB5-E694-56F656B4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0F185-6F76-7973-70EC-3F6FDC4B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6717D-E6A6-B824-36F5-DA730755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EC8C-333F-6279-F821-D64F73FC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CB4F-A7E1-70CA-82C7-A6601F05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0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94D4-14CB-19C1-6EDC-BC6B67CB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C851-823C-1737-5058-C6E3045F2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EA66D-513E-9261-1005-75F0757F3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A8393-1356-2BE7-0CA3-F467E7D6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58CE4-9688-CCDB-3120-0711A036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0BA87-B6F5-F558-225F-D2E9871C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2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C338-56B8-D807-DCD3-B372880F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0ABFA-15D8-9B05-2037-CFB09145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6EB8B-C3AD-FACC-1885-2E9B6E9E4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0AC86-92C0-E453-42A4-1329D292F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20949-7D00-37E1-4DCA-A65708716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5E215-DB7A-8F0F-A9FD-B684E2C1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DA178-A657-337F-E884-840F5C80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11ED7-4EEB-61F6-6F0C-95DE6E05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2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8217-9DC0-3DAF-79B1-A669A1DA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D2F02-F663-6401-9653-164D1641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8472F-E32F-FA45-B1EE-4FDDA30E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497C3-F557-1E0C-4C7C-9E50688A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14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0C4C0-2C6B-E9D3-8027-CA0AAFA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0AC3F-2AAC-6C48-7FDD-4B96E75E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131FF-5C5B-0A45-A7E4-16C78DD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2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8628-7225-E786-4B61-6E8F4149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F6688-4CEB-4FBD-2C86-384672F86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BBB4-C691-B0E0-4C07-B934F2674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EEFAF-E383-C474-BE5A-72AE36FD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19BB2-ED88-DF2D-ABD1-EFC1DD0F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37893-BAFF-AE65-80A7-3AE49B8C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68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D8D1-F4A5-ADEB-C9B8-F78BE32F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00A89-0761-3831-30C9-A71338D09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333B5-A28E-7009-3E7C-1332D4799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BED8F-63D6-B63B-64E7-E43B5523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74303-FF3A-58E9-6458-F5C2A32E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FC25-21AD-950A-6F69-A299BFAB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1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5100-5C95-14F6-8E75-A146E2DD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F83AB-F625-03E6-BAF7-23ED7B9D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FA4D-1239-BB27-F636-02011796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0168-E5D5-2F3A-2D65-5DDF0931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B61E-3A68-114C-3BA9-30C0DC8B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29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D7837-1D26-03E2-7268-A93830B0B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B18BA-9EA2-027D-7C34-9BF69055A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14CC-264F-B59B-412B-09C845EE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84DDF-805A-41A0-0FF6-9ECBEA3F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1F8F-D80B-2963-DA99-8E894C88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6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73E46-4748-E210-FE70-9AE05BD1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2C1CD-9C36-60D2-75BB-32548D948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DC865-5CD3-DC81-48CA-E85B73F30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8FDF3-3947-4CA6-8CE1-5ED98943EE3C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8D5E-839C-CE5D-D90A-E6B2F1C22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73E5-F69D-F82C-D98F-5E4F0D825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2BF51-55E0-41EE-991B-3437E1647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11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0F53-878E-2635-7D89-1EC40D527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B087A-B3A4-4AB2-CAA5-CC3F36033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10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3C1A-C8AC-8415-0C87-87147FC8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1DF18C-702D-B6BD-C375-BB23C6026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AA372B-EA2B-0318-6EE1-00EB73B0958B}"/>
              </a:ext>
            </a:extLst>
          </p:cNvPr>
          <p:cNvSpPr txBox="1"/>
          <p:nvPr/>
        </p:nvSpPr>
        <p:spPr>
          <a:xfrm>
            <a:off x="1041796" y="413415"/>
            <a:ext cx="98476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నా తండ్రి నీవే – నా దేవుడవు నీవే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తండ్రి నీవే – నీవే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యేసయ్యా… యేసయ్యా… యేసయ్యా…. యేసయ్యా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యేసయ్యా… యేసయ్యా… యేసయ్యా… యేసయ్యా  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1772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01C0-408D-4691-4860-7FE803EA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C947EB-9B5C-B97E-CEA4-6E35B64D1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0EC977-0209-8984-B51C-E84C62798E52}"/>
              </a:ext>
            </a:extLst>
          </p:cNvPr>
          <p:cNvSpPr txBox="1"/>
          <p:nvPr/>
        </p:nvSpPr>
        <p:spPr>
          <a:xfrm>
            <a:off x="607219" y="365125"/>
            <a:ext cx="62626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గాడాంధకార లోయలో</a:t>
            </a:r>
            <a:br>
              <a:rPr lang="te-IN" sz="4000" b="1" dirty="0">
                <a:solidFill>
                  <a:schemeClr val="bg1"/>
                </a:solidFill>
              </a:rPr>
            </a:br>
            <a:r>
              <a:rPr lang="te-IN" sz="4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నే నడచిన ప్రతివేళలో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తోడున్న నా తండ్రివి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వేయిమంది కుడి ఎడమకు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కూలినా కూలును కాని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చెదరకుండ నన్ను కాపాడు ప్రేమ (2)   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52493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2025-09-28T08:29:45Z</dcterms:created>
  <dcterms:modified xsi:type="dcterms:W3CDTF">2025-09-28T08:29:45Z</dcterms:modified>
</cp:coreProperties>
</file>