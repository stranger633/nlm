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34" r:id="rId3"/>
    <p:sldId id="336" r:id="rId4"/>
    <p:sldId id="335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2" d="100"/>
          <a:sy n="62" d="100"/>
        </p:scale>
        <p:origin x="82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6E1D5-AACE-4CED-F289-A8AA4F3370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799618-DDBD-3CBA-42FD-A094703CED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72D1F-E08A-B210-04F2-278601BC0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E0F111-FAF2-4C78-A0FC-B71880FDFA44}" type="datetimeFigureOut">
              <a:rPr lang="en-IN" smtClean="0"/>
              <a:t>28-09-2025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B98099-8F61-939E-D41D-DBFBC9C8B2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43898F-76CF-4A48-34DE-A6D7DC321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01F963-4642-455C-8AA4-C1FE9EFE6CF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257453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F35B0-D93F-48FF-16F2-0766C9863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A1212F-4F9B-9AA6-8C48-523B6B7758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7BA09-BDF3-5FA2-AB10-7D7A0FDB9F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E0F111-FAF2-4C78-A0FC-B71880FDFA44}" type="datetimeFigureOut">
              <a:rPr lang="en-IN" smtClean="0"/>
              <a:t>28-09-2025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BC8D30-0D60-645A-1400-1D0C11529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9603F0-98FF-822F-757F-C97D814A8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01F963-4642-455C-8AA4-C1FE9EFE6CF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0003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9D7CA-F313-1B14-03E6-FB7C5904B3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D00281-83DC-5B61-A058-48686F7E7E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599C65-7ECE-4D4E-F3A6-61BBF28AEB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E0F111-FAF2-4C78-A0FC-B71880FDFA44}" type="datetimeFigureOut">
              <a:rPr lang="en-IN" smtClean="0"/>
              <a:t>28-09-2025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409A75-4B15-9A1E-25A9-E98A1B164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A6FB9A-95BD-B1DE-1022-7B70F56A5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01F963-4642-455C-8AA4-C1FE9EFE6CF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84092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26A65D-004F-7359-D911-CE6932A00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7D0402-985C-35EC-EB68-CBCFD2B53D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C41DF-6DB7-9783-F9E7-8930E3C135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F01707-43FD-1844-EF5D-0337B1FC91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E0F111-FAF2-4C78-A0FC-B71880FDFA44}" type="datetimeFigureOut">
              <a:rPr lang="en-IN" smtClean="0"/>
              <a:t>28-09-2025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C8D0A6-6A9E-CFDB-4B55-C900ECD6E5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0C5FE3-0955-53ED-AA3C-B2A7C95C3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01F963-4642-455C-8AA4-C1FE9EFE6CF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56542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D9D37B-57A9-FEF4-043E-8FF34D4E9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7602B5-18CE-6CAF-47B6-0A44DF345D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EBF8B-E814-A97B-EB5B-B60D785725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3F8003-C506-F290-EC17-35985BB3BE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2A180C-A3AA-81B6-9A10-811EA8DA9F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06A3259-5889-F42B-F5E6-13C2A07F4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E0F111-FAF2-4C78-A0FC-B71880FDFA44}" type="datetimeFigureOut">
              <a:rPr lang="en-IN" smtClean="0"/>
              <a:t>28-09-2025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77C8DF-C8FE-67AF-B863-1AEC4BC9A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1EFB88-7FA9-6BAE-ABDB-929C1F4F7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01F963-4642-455C-8AA4-C1FE9EFE6CF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87035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86228-0061-21AA-7A44-28A857E10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E81992-332E-D4F6-B77D-C93AD4D9A0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E0F111-FAF2-4C78-A0FC-B71880FDFA44}" type="datetimeFigureOut">
              <a:rPr lang="en-IN" smtClean="0"/>
              <a:t>28-09-2025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426AB8-2383-47A6-D055-640CB84D6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6CD2A9-1652-B0CD-66E1-9177738CE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01F963-4642-455C-8AA4-C1FE9EFE6CF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23203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0FB5D4A-2108-50BC-0203-E5E683290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E0F111-FAF2-4C78-A0FC-B71880FDFA44}" type="datetimeFigureOut">
              <a:rPr lang="en-IN" smtClean="0"/>
              <a:t>28-09-2025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ABFDEA6-BD9A-1D0F-5FDE-0FDA74722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97C13A-544F-C995-0C60-1B6F607B1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01F963-4642-455C-8AA4-C1FE9EFE6CF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79630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8582E-B306-E179-9065-6FA32F1535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ECC095-C414-12E2-7350-31A0A6C463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A27B33-F042-5CF7-5018-9AB2D07025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344A72-1BC9-DB37-8D51-F204EECAF2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E0F111-FAF2-4C78-A0FC-B71880FDFA44}" type="datetimeFigureOut">
              <a:rPr lang="en-IN" smtClean="0"/>
              <a:t>28-09-2025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EAAED0-1217-91D3-9631-F15563FB2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F36077-3A20-F588-0A28-27325BBDE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01F963-4642-455C-8AA4-C1FE9EFE6CF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35697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138F4-AD99-5D1B-4A3B-3776B0860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1C409CC-00EA-23B6-9739-1ABAF2348B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32C550-D5B6-1674-1255-DE5EA4B390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4901B1-E017-D3F9-8432-EBDE4C4B1C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E0F111-FAF2-4C78-A0FC-B71880FDFA44}" type="datetimeFigureOut">
              <a:rPr lang="en-IN" smtClean="0"/>
              <a:t>28-09-2025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CF20D0-7078-FFD2-A6BB-0BB6D8716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0D66DC-F871-4365-0DC9-C25C0E2E0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01F963-4642-455C-8AA4-C1FE9EFE6CF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641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892920-3933-A859-47F2-908BBFD3D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F2F834-E26E-D97A-EB49-F2D4B03957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C28D15-D696-AB79-4B80-727F22B10D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E0F111-FAF2-4C78-A0FC-B71880FDFA44}" type="datetimeFigureOut">
              <a:rPr lang="en-IN" smtClean="0"/>
              <a:t>28-09-2025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32E361-4101-1960-9481-9B6E0DBDB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ED030D-3904-9012-2DCF-0986BA5935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01F963-4642-455C-8AA4-C1FE9EFE6CF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94585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9547FAC-284C-A88D-1D18-5219DD12A7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6DF069-26D2-A402-1F28-0F3CFCEC83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F1178F-27B4-B6AA-EC1B-50FA40FBD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E0F111-FAF2-4C78-A0FC-B71880FDFA44}" type="datetimeFigureOut">
              <a:rPr lang="en-IN" smtClean="0"/>
              <a:t>28-09-2025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B1C04E-BC9D-6D47-C7A5-94FB3FE25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790300-4390-56EA-4887-9AF2C0BD0C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01F963-4642-455C-8AA4-C1FE9EFE6CF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67946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1638B7C-B883-5E98-C13E-8B9A78401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0E76DB-D336-AB84-8708-28D69EF3CC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11754E-067F-39A2-A774-37748ADA22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E0F111-FAF2-4C78-A0FC-B71880FDFA44}" type="datetimeFigureOut">
              <a:rPr lang="en-IN" smtClean="0"/>
              <a:t>28-09-2025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D41123-F10A-BBCC-B962-D7A675847B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4E7E1D-E950-E451-D374-F436D6448D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01F963-4642-455C-8AA4-C1FE9EFE6CF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544103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FC0E0-9F3C-14C0-36EA-A1F9E058FEF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8923D5-D76C-8EF9-0A98-4376765D094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46169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A693E-029B-CD58-11C1-E78329879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B698B1A-1852-40B2-3509-AED216B2F1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762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81F5D75-F2CE-7949-57C4-E489BC8D1D0C}"/>
              </a:ext>
            </a:extLst>
          </p:cNvPr>
          <p:cNvSpPr txBox="1"/>
          <p:nvPr/>
        </p:nvSpPr>
        <p:spPr>
          <a:xfrm>
            <a:off x="666749" y="519906"/>
            <a:ext cx="11108531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te-IN" sz="6600" b="1" dirty="0">
                <a:solidFill>
                  <a:schemeClr val="bg1"/>
                </a:solidFill>
              </a:rPr>
              <a:t>స్తుతి స్తుతి స్తోత్రార్హుడా- స్తుతుల మీద ఆసీనుడా </a:t>
            </a:r>
            <a:endParaRPr lang="en-GB" sz="6600" b="1" dirty="0">
              <a:solidFill>
                <a:schemeClr val="bg1"/>
              </a:solidFill>
            </a:endParaRPr>
          </a:p>
          <a:p>
            <a:pPr algn="ctr"/>
            <a:r>
              <a:rPr lang="te-IN" sz="6600" b="1" dirty="0">
                <a:solidFill>
                  <a:schemeClr val="bg1"/>
                </a:solidFill>
              </a:rPr>
              <a:t>వేలాది దూతల్ వేనోళ్ళ పొగడన్ ఆకాశవిశాలములు నీ కీర్తిని జాటన్ యేసు ప్రభువా స్తోత్రముల్ (2)</a:t>
            </a:r>
            <a:endParaRPr lang="en-US" sz="6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72556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A693E-029B-CD58-11C1-E78329879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B698B1A-1852-40B2-3509-AED216B2F1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7627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640659B-299A-44B6-E50D-3F08777C9663}"/>
              </a:ext>
            </a:extLst>
          </p:cNvPr>
          <p:cNvSpPr txBox="1"/>
          <p:nvPr/>
        </p:nvSpPr>
        <p:spPr>
          <a:xfrm>
            <a:off x="696515" y="685263"/>
            <a:ext cx="1079897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43000" indent="-1143000" algn="ctr">
              <a:buAutoNum type="arabicPeriod"/>
            </a:pPr>
            <a:r>
              <a:rPr lang="te-IN" sz="7200" b="1" dirty="0">
                <a:solidFill>
                  <a:schemeClr val="bg1"/>
                </a:solidFill>
              </a:rPr>
              <a:t>స్వరమండలములతో – సీతారాలతోను</a:t>
            </a:r>
            <a:endParaRPr lang="en-GB" sz="7200" b="1" dirty="0">
              <a:solidFill>
                <a:schemeClr val="bg1"/>
              </a:solidFill>
            </a:endParaRPr>
          </a:p>
          <a:p>
            <a:pPr algn="ctr"/>
            <a:r>
              <a:rPr lang="te-IN" sz="7200" b="1" dirty="0">
                <a:solidFill>
                  <a:schemeClr val="bg1"/>
                </a:solidFill>
              </a:rPr>
              <a:t> గంభీర ధ్వనిగల తాళంబులతో యేసు ప్రభువా స్తుతింతును</a:t>
            </a:r>
            <a:endParaRPr lang="en-US" sz="7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48782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A693E-029B-CD58-11C1-E78329879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B698B1A-1852-40B2-3509-AED216B2F1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7627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792FE49-0398-9893-C3D8-3E3293230D65}"/>
              </a:ext>
            </a:extLst>
          </p:cNvPr>
          <p:cNvSpPr txBox="1"/>
          <p:nvPr/>
        </p:nvSpPr>
        <p:spPr>
          <a:xfrm>
            <a:off x="1173956" y="730209"/>
            <a:ext cx="1017984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te-IN" sz="7200" b="1" dirty="0">
                <a:solidFill>
                  <a:schemeClr val="bg1"/>
                </a:solidFill>
              </a:rPr>
              <a:t>2</a:t>
            </a:r>
            <a:r>
              <a:rPr lang="en-GB" sz="7200" b="1" dirty="0">
                <a:solidFill>
                  <a:schemeClr val="bg1"/>
                </a:solidFill>
              </a:rPr>
              <a:t>. </a:t>
            </a:r>
            <a:r>
              <a:rPr lang="te-IN" sz="7200" b="1" dirty="0">
                <a:solidFill>
                  <a:schemeClr val="bg1"/>
                </a:solidFill>
              </a:rPr>
              <a:t>రాజాధిరాజా - ప్రభువుల ప్రభువా </a:t>
            </a:r>
            <a:endParaRPr lang="en-GB" sz="7200" b="1" dirty="0">
              <a:solidFill>
                <a:schemeClr val="bg1"/>
              </a:solidFill>
            </a:endParaRPr>
          </a:p>
          <a:p>
            <a:pPr algn="ctr"/>
            <a:r>
              <a:rPr lang="te-IN" sz="7200" b="1" dirty="0">
                <a:solidFill>
                  <a:schemeClr val="bg1"/>
                </a:solidFill>
              </a:rPr>
              <a:t>ఆదిఅంతము నీవే కదా</a:t>
            </a:r>
            <a:endParaRPr lang="en-GB" sz="7200" b="1" dirty="0">
              <a:solidFill>
                <a:schemeClr val="bg1"/>
              </a:solidFill>
            </a:endParaRPr>
          </a:p>
          <a:p>
            <a:pPr algn="ctr"/>
            <a:r>
              <a:rPr lang="te-IN" sz="7200" b="1" dirty="0">
                <a:solidFill>
                  <a:schemeClr val="bg1"/>
                </a:solidFill>
              </a:rPr>
              <a:t> యేసు ప్రభువా - స్తుతింతును</a:t>
            </a:r>
            <a:endParaRPr lang="en-US" sz="7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29563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</Words>
  <Application>Microsoft Office PowerPoint</Application>
  <PresentationFormat>Widescreen</PresentationFormat>
  <Paragraphs>7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AAKASH INTI</dc:creator>
  <cp:lastModifiedBy>AAKASH INTI</cp:lastModifiedBy>
  <cp:revision>1</cp:revision>
  <dcterms:created xsi:type="dcterms:W3CDTF">2025-09-28T07:07:38Z</dcterms:created>
  <dcterms:modified xsi:type="dcterms:W3CDTF">2025-09-28T07:07:39Z</dcterms:modified>
</cp:coreProperties>
</file>