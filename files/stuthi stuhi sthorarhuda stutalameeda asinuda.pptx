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4" r:id="rId3"/>
    <p:sldId id="336" r:id="rId4"/>
    <p:sldId id="33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8" d="100"/>
          <a:sy n="28" d="100"/>
        </p:scale>
        <p:origin x="12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E1D5-AACE-4CED-F289-A8AA4F337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99618-DDBD-3CBA-42FD-A094703CE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72D1F-E08A-B210-04F2-278601BC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98099-8F61-939E-D41D-DBFBC9C8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3898F-76CF-4A48-34DE-A6D7DC32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74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35B0-D93F-48FF-16F2-0766C9863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1212F-4F9B-9AA6-8C48-523B6B775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7BA09-BDF3-5FA2-AB10-7D7A0FDB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C8D30-0D60-645A-1400-1D0C1152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603F0-98FF-822F-757F-C97D814A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0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9D7CA-F313-1B14-03E6-FB7C5904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00281-83DC-5B61-A058-48686F7E7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99C65-7ECE-4D4E-F3A6-61BBF28A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09A75-4B15-9A1E-25A9-E98A1B16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6FB9A-95BD-B1DE-1022-7B70F56A5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092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6A65D-004F-7359-D911-CE6932A0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D0402-985C-35EC-EB68-CBCFD2B53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C41DF-6DB7-9783-F9E7-8930E3C13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01707-43FD-1844-EF5D-0337B1FC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8D0A6-6A9E-CFDB-4B55-C900ECD6E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5FE3-0955-53ED-AA3C-B2A7C95C3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542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D37B-57A9-FEF4-043E-8FF34D4E9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602B5-18CE-6CAF-47B6-0A44DF345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EBF8B-E814-A97B-EB5B-B60D78572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3F8003-C506-F290-EC17-35985BB3B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A180C-A3AA-81B6-9A10-811EA8DA9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A3259-5889-F42B-F5E6-13C2A07F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7C8DF-C8FE-67AF-B863-1AEC4BC9A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1EFB88-7FA9-6BAE-ABDB-929C1F4F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70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6228-0061-21AA-7A44-28A857E1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E81992-332E-D4F6-B77D-C93AD4D9A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26AB8-2383-47A6-D055-640CB84D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CD2A9-1652-B0CD-66E1-9177738C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32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FB5D4A-2108-50BC-0203-E5E68329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BFDEA6-BD9A-1D0F-5FDE-0FDA74722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7C13A-544F-C995-0C60-1B6F607B1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963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582E-B306-E179-9065-6FA32F153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CC095-C414-12E2-7350-31A0A6C46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27B33-F042-5CF7-5018-9AB2D0702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44A72-1BC9-DB37-8D51-F204EECA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AAED0-1217-91D3-9631-F15563FB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36077-3A20-F588-0A28-27325BBD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56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38F4-AD99-5D1B-4A3B-3776B086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C409CC-00EA-23B6-9739-1ABAF2348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2C550-D5B6-1674-1255-DE5EA4B39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901B1-E017-D3F9-8432-EBDE4C4B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20D0-7078-FFD2-A6BB-0BB6D8716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D66DC-F871-4365-0DC9-C25C0E2E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4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92920-3933-A859-47F2-908BBFD3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2F834-E26E-D97A-EB49-F2D4B0395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28D15-D696-AB79-4B80-727F22B10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2E361-4101-1960-9481-9B6E0DBD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D030D-3904-9012-2DCF-0986BA59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58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47FAC-284C-A88D-1D18-5219DD12A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DF069-26D2-A402-1F28-0F3CFCEC8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1178F-27B4-B6AA-EC1B-50FA40FB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1C04E-BC9D-6D47-C7A5-94FB3FE2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90300-4390-56EA-4887-9AF2C0BD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9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38B7C-B883-5E98-C13E-8B9A7840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E76DB-D336-AB84-8708-28D69EF3C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1754E-067F-39A2-A774-37748ADA2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0F111-FAF2-4C78-A0FC-B71880FDFA4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41123-F10A-BBCC-B962-D7A675847B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E7E1D-E950-E451-D374-F436D6448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1F963-4642-455C-8AA4-C1FE9EFE6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1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C0E0-9F3C-14C0-36EA-A1F9E058F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923D5-D76C-8EF9-0A98-4376765D09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616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693E-029B-CD58-11C1-E7832987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698B1A-1852-40B2-3509-AED216B2F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62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1CF910-57F6-49E0-937A-6B7C1AB76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711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1F5D75-F2CE-7949-57C4-E489BC8D1D0C}"/>
              </a:ext>
            </a:extLst>
          </p:cNvPr>
          <p:cNvSpPr txBox="1"/>
          <p:nvPr/>
        </p:nvSpPr>
        <p:spPr>
          <a:xfrm>
            <a:off x="3120272" y="365125"/>
            <a:ext cx="879641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dirty="0">
                <a:latin typeface="Arial Black" panose="020B0A04020102020204" pitchFamily="34" charset="0"/>
              </a:rPr>
              <a:t>స్తుతి స్తుతి స్తోత్రార్హుడా- స్తుతుల మీద ఆసీనుడా </a:t>
            </a:r>
            <a:endParaRPr lang="en-GB" sz="6000" b="1" dirty="0">
              <a:latin typeface="Arial Black" panose="020B0A04020102020204" pitchFamily="34" charset="0"/>
            </a:endParaRPr>
          </a:p>
          <a:p>
            <a:pPr algn="ctr"/>
            <a:r>
              <a:rPr lang="te-IN" sz="6000" b="1" dirty="0">
                <a:latin typeface="Arial Black" panose="020B0A04020102020204" pitchFamily="34" charset="0"/>
              </a:rPr>
              <a:t>వేలాది దూతల్ వేనోళ్ళ పొగడన్ ఆకాశవిశాలములు నీ కీర్తిని జాటన్ యేసు ప్రభువా </a:t>
            </a:r>
            <a:r>
              <a:rPr lang="en-IN" sz="6000" b="1" dirty="0">
                <a:latin typeface="Arial Black" panose="020B0A04020102020204" pitchFamily="34" charset="0"/>
              </a:rPr>
              <a:t>                                                                                                          </a:t>
            </a:r>
            <a:r>
              <a:rPr lang="te-IN" sz="6000" b="1" dirty="0">
                <a:latin typeface="Arial Black" panose="020B0A04020102020204" pitchFamily="34" charset="0"/>
              </a:rPr>
              <a:t>స్తో</a:t>
            </a:r>
            <a:r>
              <a:rPr lang="te-IN" sz="60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త్రముల్ (2)</a:t>
            </a:r>
            <a:endParaRPr lang="en-US" sz="6000" b="1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255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693E-029B-CD58-11C1-E7832987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698B1A-1852-40B2-3509-AED216B2F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62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5CE0B2-1684-4ABA-A6E2-18EC7F209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40659B-299A-44B6-E50D-3F08777C9663}"/>
              </a:ext>
            </a:extLst>
          </p:cNvPr>
          <p:cNvSpPr txBox="1"/>
          <p:nvPr/>
        </p:nvSpPr>
        <p:spPr>
          <a:xfrm>
            <a:off x="696515" y="685263"/>
            <a:ext cx="10798970" cy="452431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143000" indent="-1143000" algn="ctr">
              <a:buAutoNum type="arabicPeriod"/>
            </a:pPr>
            <a:r>
              <a:rPr lang="te-IN" sz="7200" b="1" dirty="0"/>
              <a:t>స్వరమండలములతో – సీతారాలతోను</a:t>
            </a:r>
            <a:endParaRPr lang="en-GB" sz="7200" b="1" dirty="0"/>
          </a:p>
          <a:p>
            <a:pPr algn="ctr"/>
            <a:r>
              <a:rPr lang="te-IN" sz="7200" b="1" dirty="0"/>
              <a:t> గంభీర ధ్వనిగల తాళంబులతో యేసు ప్రభువా స్తుతింతును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294878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693E-029B-CD58-11C1-E7832987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698B1A-1852-40B2-3509-AED216B2F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62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2C3865-D61C-4C8C-95E3-50E6730C1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260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92FE49-0398-9893-C3D8-3E3293230D65}"/>
              </a:ext>
            </a:extLst>
          </p:cNvPr>
          <p:cNvSpPr txBox="1"/>
          <p:nvPr/>
        </p:nvSpPr>
        <p:spPr>
          <a:xfrm>
            <a:off x="730896" y="890464"/>
            <a:ext cx="10179844" cy="452431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e-IN" sz="7200" b="1" dirty="0"/>
              <a:t>2</a:t>
            </a:r>
            <a:r>
              <a:rPr lang="en-GB" sz="7200" b="1" dirty="0"/>
              <a:t>. </a:t>
            </a:r>
            <a:r>
              <a:rPr lang="te-IN" sz="7200" b="1" dirty="0"/>
              <a:t>రాజాధిరాజా - ప్రభువుల ప్రభువా </a:t>
            </a:r>
            <a:endParaRPr lang="en-GB" sz="7200" b="1" dirty="0"/>
          </a:p>
          <a:p>
            <a:pPr algn="ctr"/>
            <a:r>
              <a:rPr lang="te-IN" sz="7200" b="1" dirty="0"/>
              <a:t>ఆదిఅంతము నీవే కదా</a:t>
            </a:r>
            <a:endParaRPr lang="en-GB" sz="7200" b="1" dirty="0"/>
          </a:p>
          <a:p>
            <a:pPr algn="ctr"/>
            <a:r>
              <a:rPr lang="te-IN" sz="7200" b="1" dirty="0"/>
              <a:t> యేసు ప్రభువా - స్తుతింతును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942956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AAKASH INTI</dc:creator>
  <cp:lastModifiedBy>A A K A S H</cp:lastModifiedBy>
  <cp:revision>3</cp:revision>
  <dcterms:created xsi:type="dcterms:W3CDTF">2025-09-28T07:07:38Z</dcterms:created>
  <dcterms:modified xsi:type="dcterms:W3CDTF">2026-04-25T06:30:44Z</dcterms:modified>
</cp:coreProperties>
</file>