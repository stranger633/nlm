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5" r:id="rId3"/>
    <p:sldId id="306" r:id="rId4"/>
    <p:sldId id="307" r:id="rId5"/>
    <p:sldId id="308" r:id="rId6"/>
    <p:sldId id="30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345FA-B5C6-91F7-C109-6B26DF887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C852F-5A23-ECC8-8D9B-FDFAC9131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DE87E-40E3-279E-6D90-2F6A0BC01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E1907-C21C-2D7C-104D-7B33E50D4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58506-21E0-07C0-5288-320A194F1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74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2AC2-2536-251C-1110-2134A7FB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7796-BC6A-A445-0954-E9E99E471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23C95-E7BE-E14C-8214-59FA973B9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B88C4-B1E5-81DF-2EC9-F8B580C5D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A415F-20A7-91C2-C2BD-B32F80598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603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6412-4ED9-9283-F25E-555872555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F5F5A-53C9-1C76-3288-897AB5939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6C0F3-B816-03FB-E520-8B9B3EFC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E62BD-A729-D39F-F2F4-D23ADEC9B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B37B6-C18C-4432-4DA0-C7EAF0C2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00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D9A7-6FFC-72D4-003B-E51AFC63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8214F-3531-8D17-72DC-B0DC6123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22E18-4263-52A7-1AE3-A74C5BAE2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F3F81-6721-021D-D2D8-9A42FA40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27870-0CF5-7598-B7EE-4E0283B4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24515-7670-D16A-E01A-E8E23462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7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7D565-6BAC-4FE4-A5CB-D558B2C5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42D46-D328-8D6C-853C-4B6D2D6BE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406BD-C994-F18A-EF89-FD5D1370AE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7DF7E7-5EE1-2BB0-FA20-0B7DA7D13E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0C58E5-8935-69F2-7DB0-639B75360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4A45FA-904A-4E17-6064-9F28E97A4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EAF15F-7AD1-D226-51CE-598E1F70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3EF176-0310-58F7-76EE-E1948DA3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215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84BAD-EF55-DDC3-E954-D5E74C97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244C7C-F5F1-FD09-B651-9E2420EA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3786D-CF80-7F94-6D95-A9F2B086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4575F-BA32-E521-6A73-8330BA32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55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B1320-90E1-0217-732B-6A1B6013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E4055-51D6-A17A-9138-60F4CEA1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AC777-6BD4-0D2D-0404-0F2B0E010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15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308F7-2D0F-3D35-BF7C-8C8D016C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8B194-37BD-2660-7C5D-15A93CC4D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5D4E3F-B278-9EDE-587B-B63B9DB00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D75C6-B91B-BD75-15CD-43F196C04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02FDC-E309-1D68-4F52-6D2F4BF26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0D0D7-F1EE-3729-13A0-E7EB73EB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754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0F8A-0F81-0692-376B-9A56C2808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3F5BF7-A263-BD02-1C72-E80A0EF0ED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EEE36-D249-79BC-EA75-109F55635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D5C6A7-C65D-F4CB-DF16-C162C3969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55690-5DB6-90E5-E1A3-2017F814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7498E-BC7B-9932-0138-A4C0CD78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56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05468-32D3-2B2B-E681-1879902CE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8403A-A79D-42B6-8BD2-738062D68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63F1D-E705-3712-F61B-39012D372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866E0-D1D8-6661-E13F-832FFB38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29F60-680A-00B9-F543-A5A133CCA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73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B34CB-B9AC-4453-CBD3-8EA75C0ED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C1C1F-B954-F5EB-94B4-E4C8A2438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9EE4C-CF53-2CBB-008C-EE43BDB8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E4232-0E55-9996-9CA7-9E0164DF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D435-29BA-F5B8-AE1A-D0F57CBAA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97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06077F-06AE-4898-A2C4-59D8E834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AE796-D555-BA7E-4974-CD02DD7E9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75CF3-D062-2507-829A-1E7EA043F3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6FBF0-EC0D-4010-801F-4230A465F987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60172-EAA7-4DEB-E949-F73E3F6514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2380C-D80E-674E-23E6-EEA613E8C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88DB2-F61B-4C98-B3C3-35D0F2C5FC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29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6CC5-7DA3-B0EA-A14D-76C18099E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815C2F-7092-B8BC-C586-C86373748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0767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55B8-7253-E5B1-2142-0861B72D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DFE388B-D1A0-4B60-0D38-03F9020CFE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7C9840-7B35-8977-349F-3C7FA1A1A2AD}"/>
              </a:ext>
            </a:extLst>
          </p:cNvPr>
          <p:cNvSpPr txBox="1"/>
          <p:nvPr/>
        </p:nvSpPr>
        <p:spPr>
          <a:xfrm>
            <a:off x="464345" y="507116"/>
            <a:ext cx="114657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పరమ జీవము నాకు నివ్వ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తిరిగి లేచెను నాతో నుండ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నిరంతరము నన్ను నడిపించును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మరల వచ్చి యేసు కొని పోవును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161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925AA-A407-1CDB-AB6B-29964C31E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8C0FE6C-ED18-5EF4-7B55-6088C2740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8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4C7614-9959-C56D-ADFD-2D61547C89F1}"/>
              </a:ext>
            </a:extLst>
          </p:cNvPr>
          <p:cNvSpPr txBox="1"/>
          <p:nvPr/>
        </p:nvSpPr>
        <p:spPr>
          <a:xfrm>
            <a:off x="404810" y="228897"/>
            <a:ext cx="1120378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యేసు చాలును – యేసు చాలును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యే సమయమైన యే స్థితికైన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నా జీవితములో యేసు చాలును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902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3481-061F-2C43-B14E-81026F1E3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67B9B2B-43E2-7402-E304-90876622D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5016C-BBFA-9FDA-1A0F-D97208632666}"/>
              </a:ext>
            </a:extLst>
          </p:cNvPr>
          <p:cNvSpPr txBox="1"/>
          <p:nvPr/>
        </p:nvSpPr>
        <p:spPr>
          <a:xfrm>
            <a:off x="576263" y="555625"/>
            <a:ext cx="1077753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సాతాను శోధనలధికమైన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సొమ్మసిల్లక సాగి వెళ్ళెదను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లోకము శరీరము లాగినను</a:t>
            </a:r>
            <a:br>
              <a:rPr lang="te-IN" sz="7200" b="1" dirty="0">
                <a:solidFill>
                  <a:schemeClr val="bg1"/>
                </a:solidFill>
              </a:rPr>
            </a:br>
            <a:r>
              <a:rPr lang="te-IN" sz="72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లోబడక నేను వెళ్ళెదను        </a:t>
            </a:r>
            <a:endParaRPr lang="en-US" sz="7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310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C4F3-0B78-8CD1-372F-3F3077862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2E26A8-76BB-C7C6-0B8B-BD4182B04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4196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502AC4-0F6C-BEE1-CBEE-CAAD98A88665}"/>
              </a:ext>
            </a:extLst>
          </p:cNvPr>
          <p:cNvSpPr txBox="1"/>
          <p:nvPr/>
        </p:nvSpPr>
        <p:spPr>
          <a:xfrm>
            <a:off x="297656" y="365125"/>
            <a:ext cx="1148953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పచ్చిక బయలులో పరుండజేయున్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శాంతి జలము చెంత నడిపించును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అనిశము ప్రాణము తృప్తిపరచున్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మరణ లోయలో నన్ను కాపాడును</a:t>
            </a:r>
            <a:endParaRPr lang="en-US" sz="6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292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D5701B8-2228-1455-8B12-A85689E8C0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" r="355"/>
          <a:stretch>
            <a:fillRect/>
          </a:stretch>
        </p:blipFill>
        <p:spPr>
          <a:xfrm>
            <a:off x="0" y="0"/>
            <a:ext cx="12235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65CCEA-A220-7A55-24C9-F2F5EE87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3DE939-57F8-FA9C-2332-65161C1628F9}"/>
              </a:ext>
            </a:extLst>
          </p:cNvPr>
          <p:cNvSpPr txBox="1"/>
          <p:nvPr/>
        </p:nvSpPr>
        <p:spPr>
          <a:xfrm>
            <a:off x="1498699" y="888117"/>
            <a:ext cx="911125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నరులెల్లరు నన్ను విడిచినను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శరీరము కుళ్ళి కృశించినను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హరించినన్ నా ఐశ్వర్యము</a:t>
            </a:r>
            <a:br>
              <a:rPr lang="te-IN" sz="6600" b="1" dirty="0">
                <a:solidFill>
                  <a:schemeClr val="bg1"/>
                </a:solidFill>
              </a:rPr>
            </a:br>
            <a:r>
              <a:rPr lang="te-IN" sz="6600" b="1" i="0" dirty="0">
                <a:solidFill>
                  <a:schemeClr val="bg1"/>
                </a:solidFill>
                <a:effectLst/>
                <a:latin typeface="Lato" panose="020F0502020204030203" pitchFamily="34" charset="0"/>
              </a:rPr>
              <a:t>విరోధివలె నన్ను విడచినను</a:t>
            </a:r>
            <a:endParaRPr lang="en-US" sz="6600" b="1" dirty="0">
              <a:solidFill>
                <a:schemeClr val="bg1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6B626A-2F4A-DD42-6F92-DA4A4B7F3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013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2025-09-28T07:22:39Z</dcterms:created>
  <dcterms:modified xsi:type="dcterms:W3CDTF">2025-09-28T07:22:39Z</dcterms:modified>
</cp:coreProperties>
</file>