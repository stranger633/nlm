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03" r:id="rId3"/>
    <p:sldId id="298" r:id="rId4"/>
    <p:sldId id="302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924B3-FB1D-C30A-5236-3330077D5D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AE3405-6467-5D98-A6F0-A007A04E37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F1F4DF-DC59-B296-A70A-AC5F05D36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1A284-BA80-4895-80EB-FF97A0D4AB36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DC4463-A07C-877B-3D89-B67297E2F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FE9282-DBA5-BEEA-A9FC-E0C66ECA2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B3D20-1BAC-4174-A24D-98902B278A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7061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7C418-65FF-CF56-BBD5-62B8B325B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0F9E72-414F-A7EE-F9EF-DB9B580414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EFAFAB-F48D-05B4-7D45-24A94708D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1A284-BA80-4895-80EB-FF97A0D4AB36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BF6831-B760-B020-BD1C-6E177850E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C1940B-180E-E341-802D-A4BFA9798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B3D20-1BAC-4174-A24D-98902B278A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796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8E755-B2A8-3B93-764C-F819D3D93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24A345-E6D0-FCE6-558D-231E91458E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E4E5EB-3D95-9D76-01DB-B6DEFEC3E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1A284-BA80-4895-80EB-FF97A0D4AB36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D7FE7F-0DF5-3B05-3E70-3736A0079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C89F5A-101A-6B4E-CEA0-598F1D6E9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B3D20-1BAC-4174-A24D-98902B278A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3466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67F8F-1B80-861F-9CE3-7D163E7F1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DB4E94-EAC6-38F6-0892-0EABE67F15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5485F9-C566-D37D-70CC-0D99AB2F6B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442A8F-B21A-F849-6CAF-E4E5132ED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1A284-BA80-4895-80EB-FF97A0D4AB36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8FD478-E735-3232-BF08-9FBDF91B0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4851CF-96C5-6A8E-2A23-2AA4CA039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B3D20-1BAC-4174-A24D-98902B278A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166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282F8-042D-6412-1840-31F3406F9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5D11CA-D341-51BD-07D5-DDD546A7AC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3199BB-09D5-117F-1829-C74C0F9EB3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0A7463-15F1-A4B3-BB47-3F1F9A9E8E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A78A48-4577-9AE4-1BA6-2A6555090E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62BEEC-2FE5-96A6-1674-05A9E2D3C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1A284-BA80-4895-80EB-FF97A0D4AB36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82BCD4-2100-15F3-C3A5-950FA6575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4EB60C-C38C-DA5D-095E-8B4CAB913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B3D20-1BAC-4174-A24D-98902B278A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7967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76ECF-75E9-6FF1-5265-3164FAC67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28EAF9-82B7-15A7-A8E2-62FA71674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1A284-BA80-4895-80EB-FF97A0D4AB36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622F5C-B5E3-D8FD-1536-575D6F9FE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844B40-9CE2-EDDD-78EB-8AF38B3A8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B3D20-1BAC-4174-A24D-98902B278A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2441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E0F78B-FE4F-00E1-2B4B-39EC8C21E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1A284-BA80-4895-80EB-FF97A0D4AB36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0107B3-3A94-3308-F05B-3639390AF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98F187-BB31-6086-0D1F-CD373A8E2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B3D20-1BAC-4174-A24D-98902B278A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6448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DE73-865D-C21E-9541-52BB1DDD9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25AD9-E62A-6653-0E42-8869910CA8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6D4915-720B-73EC-D98C-5C936F8E6B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2FC7C9-E2E0-EC14-DDBB-2D7EC992F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1A284-BA80-4895-80EB-FF97A0D4AB36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6F76BD-A058-3B63-8EC9-CBD34713B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EA93A5-29FD-9B08-76E9-590A2CB60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B3D20-1BAC-4174-A24D-98902B278A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5606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36BFF-7494-4C21-B0AF-B7B01D44B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4F227B-E14E-F530-9661-D228060061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3050DF-1C46-E4F0-30D0-80DEA0028E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BC598C-B0C5-1E47-FE5D-67D82D538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1A284-BA80-4895-80EB-FF97A0D4AB36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D85036-BA88-256B-BCCB-37E85B58E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4CBBF0-70AC-1CDD-77A0-24ACFE138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B3D20-1BAC-4174-A24D-98902B278A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2280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F8CD5-91B5-CD67-7A3C-1D34A73B3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FBAD75-F42A-9BA7-B6CD-560DA2B8A1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A697C1-F662-AB8A-55D6-EFA52A38B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1A284-BA80-4895-80EB-FF97A0D4AB36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0AF9CF-3A5D-C97E-FC57-192E5FC98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5FD1CA-FDAA-8F63-521F-8BF947ADB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B3D20-1BAC-4174-A24D-98902B278A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7993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D45082-BA97-FD1B-7B63-978E851F6B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5A1263-9D1F-325E-5A74-3F8BA3F7CD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4BA09-EE4F-707D-D564-0411F6D4F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1A284-BA80-4895-80EB-FF97A0D4AB36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E97918-A37E-C173-9D50-4F9437EAA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D1FF72-D0DF-FE05-A269-230FFD733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B3D20-1BAC-4174-A24D-98902B278A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136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22CD0-D013-BF00-3A29-A228F363B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114F7-0225-2DD6-3BA5-193C64D514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A89495-5860-8899-3869-751DA8BB9F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D1A284-BA80-4895-80EB-FF97A0D4AB36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5ABC93-DE7B-32CD-5D2F-3BF89B4BE3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27FB11-9DED-F94B-D343-4DF6F5E023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DB3D20-1BAC-4174-A24D-98902B278A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837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08AAC-0958-67ED-DF7E-EBEBE49F6D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D03EF5-8AA0-581A-BEB6-B0F13AF2E0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15598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0B55D-B43F-3E95-B2C0-F2341E7E8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CA32388-DA0F-7056-BE78-47D3CDB258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06A0347-3EE3-9EEA-D8C6-333B36CC5622}"/>
              </a:ext>
            </a:extLst>
          </p:cNvPr>
          <p:cNvSpPr txBox="1"/>
          <p:nvPr/>
        </p:nvSpPr>
        <p:spPr>
          <a:xfrm>
            <a:off x="838200" y="722313"/>
            <a:ext cx="1075848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72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శక్తి చేత కాదనెను</a:t>
            </a:r>
            <a:br>
              <a:rPr lang="te-IN" sz="7200" b="1" dirty="0">
                <a:solidFill>
                  <a:schemeClr val="bg1"/>
                </a:solidFill>
              </a:rPr>
            </a:br>
            <a:r>
              <a:rPr lang="te-IN" sz="72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బలముతోనిది కాదనెను (2)</a:t>
            </a:r>
            <a:endParaRPr lang="en-GB" sz="7200" b="1" dirty="0">
              <a:solidFill>
                <a:schemeClr val="bg1"/>
              </a:solidFill>
            </a:endParaRPr>
          </a:p>
          <a:p>
            <a:pPr algn="ctr"/>
            <a:r>
              <a:rPr lang="te-IN" sz="72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నా ఆత్మ ద్వారా దీని చేతునని</a:t>
            </a:r>
            <a:br>
              <a:rPr lang="te-IN" sz="7200" b="1" dirty="0">
                <a:solidFill>
                  <a:schemeClr val="bg1"/>
                </a:solidFill>
              </a:rPr>
            </a:br>
            <a:r>
              <a:rPr lang="te-IN" sz="72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యెహోవ సెలవిచ్చెను (2)</a:t>
            </a:r>
            <a:endParaRPr lang="en-US" sz="7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94619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10B4B-0081-6C2F-96C4-8960DD839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8C8D09C-87BD-4075-D555-42F9C9F3CC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267127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1459CAD-9AD9-BCFE-CB8B-26C6EA932C47}"/>
              </a:ext>
            </a:extLst>
          </p:cNvPr>
          <p:cNvSpPr txBox="1"/>
          <p:nvPr/>
        </p:nvSpPr>
        <p:spPr>
          <a:xfrm>
            <a:off x="508396" y="612844"/>
            <a:ext cx="11079957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72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ఓ గొప్ప పర్వతమా</a:t>
            </a:r>
            <a:br>
              <a:rPr lang="te-IN" sz="7200" b="1" dirty="0">
                <a:solidFill>
                  <a:schemeClr val="bg1"/>
                </a:solidFill>
              </a:rPr>
            </a:br>
            <a:r>
              <a:rPr lang="te-IN" sz="72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జెరుబ్బాబెలు నడ్డగింపను (2)</a:t>
            </a:r>
            <a:br>
              <a:rPr lang="te-IN" sz="7200" b="1" dirty="0">
                <a:solidFill>
                  <a:schemeClr val="bg1"/>
                </a:solidFill>
              </a:rPr>
            </a:br>
            <a:r>
              <a:rPr lang="te-IN" sz="72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ఎంత మాత్రపు దానవు నీవనెను</a:t>
            </a:r>
            <a:br>
              <a:rPr lang="te-IN" sz="7200" b="1" dirty="0">
                <a:solidFill>
                  <a:schemeClr val="bg1"/>
                </a:solidFill>
              </a:rPr>
            </a:br>
            <a:r>
              <a:rPr lang="te-IN" sz="72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చదును భూమిగా మారెదవు (2)     </a:t>
            </a:r>
            <a:endParaRPr lang="en-US" sz="7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0306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18F24D9C-9FE8-D9CA-5474-F027E5EFF56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5" r="355"/>
          <a:stretch>
            <a:fillRect/>
          </a:stretch>
        </p:blipFill>
        <p:spPr>
          <a:xfrm>
            <a:off x="0" y="0"/>
            <a:ext cx="122356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82854D2-A7FB-B3B0-946C-5E56E10B4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5968C9-C623-B290-89B0-B96D49B2911F}"/>
              </a:ext>
            </a:extLst>
          </p:cNvPr>
          <p:cNvSpPr txBox="1"/>
          <p:nvPr/>
        </p:nvSpPr>
        <p:spPr>
          <a:xfrm>
            <a:off x="1047750" y="365125"/>
            <a:ext cx="9525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72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ఓ ఇశ్రాయేలు విను</a:t>
            </a:r>
            <a:br>
              <a:rPr lang="te-IN" sz="7200" b="1" dirty="0">
                <a:solidFill>
                  <a:schemeClr val="bg1"/>
                </a:solidFill>
              </a:rPr>
            </a:br>
            <a:r>
              <a:rPr lang="te-IN" sz="72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నీ భాగ్యమెంత గొప్పది (2)</a:t>
            </a:r>
            <a:endParaRPr lang="en-GB" sz="7200" b="1" dirty="0">
              <a:solidFill>
                <a:schemeClr val="bg1"/>
              </a:solidFill>
            </a:endParaRPr>
          </a:p>
          <a:p>
            <a:pPr algn="ctr"/>
            <a:r>
              <a:rPr lang="te-IN" sz="72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యెహొవా రక్షించిన నిన్ను</a:t>
            </a:r>
            <a:br>
              <a:rPr lang="te-IN" sz="7200" b="1" dirty="0">
                <a:solidFill>
                  <a:schemeClr val="bg1"/>
                </a:solidFill>
              </a:rPr>
            </a:br>
            <a:r>
              <a:rPr lang="te-IN" sz="72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బోలిన వారెవరు (2)     </a:t>
            </a:r>
            <a:endParaRPr lang="en-US" sz="7200" b="1" dirty="0">
              <a:solidFill>
                <a:schemeClr val="bg1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264BD17-F6EB-220D-6FD9-533592AB66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14773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</Words>
  <Application>Microsoft Office PowerPoint</Application>
  <PresentationFormat>Widescreen</PresentationFormat>
  <Paragraphs>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AAKASH INTI</dc:creator>
  <cp:lastModifiedBy>AAKASH INTI</cp:lastModifiedBy>
  <cp:revision>1</cp:revision>
  <dcterms:created xsi:type="dcterms:W3CDTF">2025-09-28T07:22:04Z</dcterms:created>
  <dcterms:modified xsi:type="dcterms:W3CDTF">2025-09-28T07:22:04Z</dcterms:modified>
</cp:coreProperties>
</file>