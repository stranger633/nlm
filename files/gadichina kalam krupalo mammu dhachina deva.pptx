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1" r:id="rId3"/>
    <p:sldId id="312" r:id="rId4"/>
    <p:sldId id="31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521202-810C-4CD2-822D-7DC0B76E26AA}" v="2" dt="2026-04-25T06:12:45.0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76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 A K A S H" userId="6b3c5497d77b1ef9" providerId="LiveId" clId="{95AEDB14-74BD-4029-9D30-407DF567F462}"/>
    <pc:docChg chg="undo custSel addSld delSld modSld">
      <pc:chgData name="A A K A S H" userId="6b3c5497d77b1ef9" providerId="LiveId" clId="{95AEDB14-74BD-4029-9D30-407DF567F462}" dt="2026-04-25T06:13:20.896" v="22" actId="207"/>
      <pc:docMkLst>
        <pc:docMk/>
      </pc:docMkLst>
      <pc:sldChg chg="add del">
        <pc:chgData name="A A K A S H" userId="6b3c5497d77b1ef9" providerId="LiveId" clId="{95AEDB14-74BD-4029-9D30-407DF567F462}" dt="2026-04-25T06:11:25.357" v="4" actId="2696"/>
        <pc:sldMkLst>
          <pc:docMk/>
          <pc:sldMk cId="4007881441" sldId="287"/>
        </pc:sldMkLst>
      </pc:sldChg>
      <pc:sldChg chg="add del">
        <pc:chgData name="A A K A S H" userId="6b3c5497d77b1ef9" providerId="LiveId" clId="{95AEDB14-74BD-4029-9D30-407DF567F462}" dt="2026-04-25T06:10:16.272" v="2" actId="47"/>
        <pc:sldMkLst>
          <pc:docMk/>
          <pc:sldMk cId="2528412589" sldId="300"/>
        </pc:sldMkLst>
      </pc:sldChg>
      <pc:sldChg chg="add del">
        <pc:chgData name="A A K A S H" userId="6b3c5497d77b1ef9" providerId="LiveId" clId="{95AEDB14-74BD-4029-9D30-407DF567F462}" dt="2026-04-25T06:10:19.608" v="3" actId="2696"/>
        <pc:sldMkLst>
          <pc:docMk/>
          <pc:sldMk cId="1724392794" sldId="301"/>
        </pc:sldMkLst>
      </pc:sldChg>
      <pc:sldChg chg="addSp delSp modSp mod">
        <pc:chgData name="A A K A S H" userId="6b3c5497d77b1ef9" providerId="LiveId" clId="{95AEDB14-74BD-4029-9D30-407DF567F462}" dt="2026-04-25T06:13:08.782" v="19" actId="207"/>
        <pc:sldMkLst>
          <pc:docMk/>
          <pc:sldMk cId="344625981" sldId="311"/>
        </pc:sldMkLst>
        <pc:spChg chg="add mod">
          <ac:chgData name="A A K A S H" userId="6b3c5497d77b1ef9" providerId="LiveId" clId="{95AEDB14-74BD-4029-9D30-407DF567F462}" dt="2026-04-25T06:12:53.112" v="17" actId="207"/>
          <ac:spMkLst>
            <pc:docMk/>
            <pc:sldMk cId="344625981" sldId="311"/>
            <ac:spMk id="5" creationId="{9465908D-796F-EAA3-9CF0-4DA264212D93}"/>
          </ac:spMkLst>
        </pc:spChg>
        <pc:spChg chg="mod">
          <ac:chgData name="A A K A S H" userId="6b3c5497d77b1ef9" providerId="LiveId" clId="{95AEDB14-74BD-4029-9D30-407DF567F462}" dt="2026-04-25T06:13:08.782" v="19" actId="207"/>
          <ac:spMkLst>
            <pc:docMk/>
            <pc:sldMk cId="344625981" sldId="311"/>
            <ac:spMk id="6" creationId="{AE5D15B3-0BC6-AEC9-2F32-6F60F1D598F8}"/>
          </ac:spMkLst>
        </pc:spChg>
        <pc:picChg chg="del">
          <ac:chgData name="A A K A S H" userId="6b3c5497d77b1ef9" providerId="LiveId" clId="{95AEDB14-74BD-4029-9D30-407DF567F462}" dt="2026-04-25T06:12:43.328" v="14" actId="478"/>
          <ac:picMkLst>
            <pc:docMk/>
            <pc:sldMk cId="344625981" sldId="311"/>
            <ac:picMk id="4" creationId="{0F30DB13-83EE-3DFE-D41D-B382981563E9}"/>
          </ac:picMkLst>
        </pc:picChg>
        <pc:picChg chg="add mod ord">
          <ac:chgData name="A A K A S H" userId="6b3c5497d77b1ef9" providerId="LiveId" clId="{95AEDB14-74BD-4029-9D30-407DF567F462}" dt="2026-04-25T06:13:05.098" v="18" actId="171"/>
          <ac:picMkLst>
            <pc:docMk/>
            <pc:sldMk cId="344625981" sldId="311"/>
            <ac:picMk id="7" creationId="{1A1F7299-8057-15CF-A281-BE04BB5B33D7}"/>
          </ac:picMkLst>
        </pc:picChg>
      </pc:sldChg>
      <pc:sldChg chg="addSp delSp modSp mod">
        <pc:chgData name="A A K A S H" userId="6b3c5497d77b1ef9" providerId="LiveId" clId="{95AEDB14-74BD-4029-9D30-407DF567F462}" dt="2026-04-25T06:13:20.896" v="22" actId="207"/>
        <pc:sldMkLst>
          <pc:docMk/>
          <pc:sldMk cId="1836293912" sldId="312"/>
        </pc:sldMkLst>
        <pc:spChg chg="add mod">
          <ac:chgData name="A A K A S H" userId="6b3c5497d77b1ef9" providerId="LiveId" clId="{95AEDB14-74BD-4029-9D30-407DF567F462}" dt="2026-04-25T06:12:32.370" v="12" actId="478"/>
          <ac:spMkLst>
            <pc:docMk/>
            <pc:sldMk cId="1836293912" sldId="312"/>
            <ac:spMk id="5" creationId="{584BE918-0512-9954-2967-3E409A15A573}"/>
          </ac:spMkLst>
        </pc:spChg>
        <pc:spChg chg="mod">
          <ac:chgData name="A A K A S H" userId="6b3c5497d77b1ef9" providerId="LiveId" clId="{95AEDB14-74BD-4029-9D30-407DF567F462}" dt="2026-04-25T06:13:20.896" v="22" actId="207"/>
          <ac:spMkLst>
            <pc:docMk/>
            <pc:sldMk cId="1836293912" sldId="312"/>
            <ac:spMk id="6" creationId="{DD779C39-4445-9E9C-7205-37017A754C25}"/>
          </ac:spMkLst>
        </pc:spChg>
        <pc:picChg chg="del">
          <ac:chgData name="A A K A S H" userId="6b3c5497d77b1ef9" providerId="LiveId" clId="{95AEDB14-74BD-4029-9D30-407DF567F462}" dt="2026-04-25T06:12:32.370" v="12" actId="478"/>
          <ac:picMkLst>
            <pc:docMk/>
            <pc:sldMk cId="1836293912" sldId="312"/>
            <ac:picMk id="4" creationId="{61F7E3A5-C8AC-012A-DC44-90F0CB340DB8}"/>
          </ac:picMkLst>
        </pc:picChg>
        <pc:picChg chg="add mod ord">
          <ac:chgData name="A A K A S H" userId="6b3c5497d77b1ef9" providerId="LiveId" clId="{95AEDB14-74BD-4029-9D30-407DF567F462}" dt="2026-04-25T06:13:17.158" v="21" actId="171"/>
          <ac:picMkLst>
            <pc:docMk/>
            <pc:sldMk cId="1836293912" sldId="312"/>
            <ac:picMk id="7" creationId="{480F7AF4-D1FF-95C5-1628-7EC0A1FEB847}"/>
          </ac:picMkLst>
        </pc:picChg>
      </pc:sldChg>
      <pc:sldChg chg="addSp delSp modSp mod">
        <pc:chgData name="A A K A S H" userId="6b3c5497d77b1ef9" providerId="LiveId" clId="{95AEDB14-74BD-4029-9D30-407DF567F462}" dt="2026-04-25T06:12:25.461" v="11" actId="207"/>
        <pc:sldMkLst>
          <pc:docMk/>
          <pc:sldMk cId="1212503073" sldId="313"/>
        </pc:sldMkLst>
        <pc:spChg chg="mod">
          <ac:chgData name="A A K A S H" userId="6b3c5497d77b1ef9" providerId="LiveId" clId="{95AEDB14-74BD-4029-9D30-407DF567F462}" dt="2026-04-25T06:12:25.461" v="11" actId="207"/>
          <ac:spMkLst>
            <pc:docMk/>
            <pc:sldMk cId="1212503073" sldId="313"/>
            <ac:spMk id="6" creationId="{34A4CDCA-63D3-6210-DE43-F8ED3A48E0FA}"/>
          </ac:spMkLst>
        </pc:spChg>
        <pc:spChg chg="add mod">
          <ac:chgData name="A A K A S H" userId="6b3c5497d77b1ef9" providerId="LiveId" clId="{95AEDB14-74BD-4029-9D30-407DF567F462}" dt="2026-04-25T06:12:05.287" v="7" actId="478"/>
          <ac:spMkLst>
            <pc:docMk/>
            <pc:sldMk cId="1212503073" sldId="313"/>
            <ac:spMk id="8" creationId="{E0013812-641E-5275-2ECA-E88355FA5144}"/>
          </ac:spMkLst>
        </pc:spChg>
        <pc:picChg chg="del">
          <ac:chgData name="A A K A S H" userId="6b3c5497d77b1ef9" providerId="LiveId" clId="{95AEDB14-74BD-4029-9D30-407DF567F462}" dt="2026-04-25T06:12:05.287" v="7" actId="478"/>
          <ac:picMkLst>
            <pc:docMk/>
            <pc:sldMk cId="1212503073" sldId="313"/>
            <ac:picMk id="4" creationId="{AEFCB804-A343-54DB-1D02-25D4C724442E}"/>
          </ac:picMkLst>
        </pc:picChg>
        <pc:picChg chg="add mod ord">
          <ac:chgData name="A A K A S H" userId="6b3c5497d77b1ef9" providerId="LiveId" clId="{95AEDB14-74BD-4029-9D30-407DF567F462}" dt="2026-04-25T06:12:20.164" v="10" actId="171"/>
          <ac:picMkLst>
            <pc:docMk/>
            <pc:sldMk cId="1212503073" sldId="313"/>
            <ac:picMk id="5" creationId="{32A3B7E1-6DDD-3004-D4D4-936C42C18E7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F0CC9-0366-DA72-39EA-B40E179282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017EF5-849E-6BFB-D661-5659C87359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0918D-F77A-C635-FBB0-1599C9371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1702B-C465-4BFF-80C4-F60FCB2E53C6}" type="datetimeFigureOut">
              <a:rPr lang="en-IN" smtClean="0"/>
              <a:t>25-04-2026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01A4D-89F8-D99E-4059-44D0E3F99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DCFC42-6088-1A0A-E1BF-93E124890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D962-6CDE-438E-8B3E-21A851AD196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4922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056EA-39B5-CC9D-EFE7-28D1B4CEC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A81C1-B345-B1DC-D7EB-67AC7C611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A8F6EB-9A86-E7E2-B68E-D5E8E73C3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1702B-C465-4BFF-80C4-F60FCB2E53C6}" type="datetimeFigureOut">
              <a:rPr lang="en-IN" smtClean="0"/>
              <a:t>25-04-2026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FFFE4-A791-8D9B-ACB3-424B22DB5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DC251-BC4A-4BE4-34E4-32F5AC84A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D962-6CDE-438E-8B3E-21A851AD196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346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A73F7-DFED-F306-50BB-FEADC9B37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C6186F-DFE4-4394-8C90-E0EF0FE3B8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96F42A-A97E-6C74-B105-58F6E8E52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1702B-C465-4BFF-80C4-F60FCB2E53C6}" type="datetimeFigureOut">
              <a:rPr lang="en-IN" smtClean="0"/>
              <a:t>25-04-2026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E1D3E-3224-FB35-F180-4801BB221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0E3453-058F-DEEF-D00B-9ED957530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D962-6CDE-438E-8B3E-21A851AD196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3888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02DAB-BDA4-43ED-EFFF-FD74CFE66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AAC1F-84DD-D337-C63A-130B5A5414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567299-F9EA-9E0E-F91D-8C50053FC7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13BFDF-21D1-76A1-7768-1F9D8422D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1702B-C465-4BFF-80C4-F60FCB2E53C6}" type="datetimeFigureOut">
              <a:rPr lang="en-IN" smtClean="0"/>
              <a:t>25-04-2026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896544-4762-15B2-E45B-2F0405A88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D7859F-B071-A301-C137-595887C78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D962-6CDE-438E-8B3E-21A851AD196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0645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0CC30-4B8F-6BFD-7DC3-AC2C639AD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3367C-C46A-517E-5D26-0941049B9F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2F277-79E1-F688-5E99-D546D951B4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DE9E75-5C37-E76D-3457-7E2F7CE5D4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E3F8D-7D2F-7C45-B6C7-4B8C8DAAC1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10F18A-6AD6-3020-968E-AABC322E6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1702B-C465-4BFF-80C4-F60FCB2E53C6}" type="datetimeFigureOut">
              <a:rPr lang="en-IN" smtClean="0"/>
              <a:t>25-04-2026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971D8-333F-C2E7-0F1C-225C92D3B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5B83DB-BF22-40DB-8793-4AA9E1E4A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D962-6CDE-438E-8B3E-21A851AD196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1418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70B73-69CF-9FA9-9080-1BA73B8EC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0DE28A-CDAD-A836-E387-313E79591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1702B-C465-4BFF-80C4-F60FCB2E53C6}" type="datetimeFigureOut">
              <a:rPr lang="en-IN" smtClean="0"/>
              <a:t>25-04-2026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087517-63E4-C3A5-2C40-85771CDF4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A2CB84-1FF1-7B6C-1E3A-6915488CC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D962-6CDE-438E-8B3E-21A851AD196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1603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332198-CFC0-FEAE-BF51-E461D4857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1702B-C465-4BFF-80C4-F60FCB2E53C6}" type="datetimeFigureOut">
              <a:rPr lang="en-IN" smtClean="0"/>
              <a:t>25-04-2026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F45D2A-3290-B948-C3E1-ED2A52E1A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35278-0E75-2908-7284-335D18E1A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D962-6CDE-438E-8B3E-21A851AD196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8005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0E323-6AB1-CEA7-2A9C-F05A97F76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2DE277-31B5-8A1B-56E0-3123887EC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C3271D-D66B-3691-31CF-2B4DC945E4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33853B-6E11-4C7C-2F6E-206497CBE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1702B-C465-4BFF-80C4-F60FCB2E53C6}" type="datetimeFigureOut">
              <a:rPr lang="en-IN" smtClean="0"/>
              <a:t>25-04-2026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208C15-5FA7-90B4-35C7-22ADF8678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487113-3E14-19F0-40A3-039F84F33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D962-6CDE-438E-8B3E-21A851AD196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0588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D3DA9-B7CF-CB2A-E821-4A343BDC0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22A58B-9226-B0EE-8490-AF4D664400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28DC6B-56A1-73E9-A045-718F0DB93C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31936F-9630-691A-1BF8-3C0DF1B31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1702B-C465-4BFF-80C4-F60FCB2E53C6}" type="datetimeFigureOut">
              <a:rPr lang="en-IN" smtClean="0"/>
              <a:t>25-04-2026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752652-4486-03C6-9C40-71526D0AD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FBF5DD-A005-E957-4339-D9088A541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D962-6CDE-438E-8B3E-21A851AD196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5997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A81F6-F505-5542-E7F9-277C779BF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2A44D-31B4-9E92-1091-2333049CF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F2384-0E6A-7BE8-3127-D4C247B49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1702B-C465-4BFF-80C4-F60FCB2E53C6}" type="datetimeFigureOut">
              <a:rPr lang="en-IN" smtClean="0"/>
              <a:t>25-04-2026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924BAA-5394-57B3-161F-5BBB84756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57797-C2AE-CCBC-79E0-DF995FEC7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D962-6CDE-438E-8B3E-21A851AD196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9268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E27C59-75E9-FDF1-6357-8912C436EB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391BBC-83F0-21B3-8B2D-A55006FB61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B19257-ECB4-B611-41B7-F4285D1C5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1702B-C465-4BFF-80C4-F60FCB2E53C6}" type="datetimeFigureOut">
              <a:rPr lang="en-IN" smtClean="0"/>
              <a:t>25-04-2026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65526A-E532-9B98-D176-9A2314231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3CAF2-C525-C149-6B58-ACDBFA524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D962-6CDE-438E-8B3E-21A851AD196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154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E4F5CB-EF79-2F8D-6495-185411355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2C701-613E-BFFE-85EB-4608B080FC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113DC-DCED-F533-040A-11EA9AF24A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61702B-C465-4BFF-80C4-F60FCB2E53C6}" type="datetimeFigureOut">
              <a:rPr lang="en-IN" smtClean="0"/>
              <a:t>25-04-2026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F06D13-1A69-375E-3200-410C940643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BD487-8B08-9859-5528-04D1C20554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54D962-6CDE-438E-8B3E-21A851AD196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8177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B44DE-1BF3-F7CE-CB7F-EF0353CC14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09D9B-252E-A69C-9E3A-F8CD94021C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2943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E4F11-5A9B-89EE-853F-BD9219A9F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1F7299-8057-15CF-A281-BE04BB5B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781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5D15B3-0BC6-AEC9-2F32-6F60F1D598F8}"/>
              </a:ext>
            </a:extLst>
          </p:cNvPr>
          <p:cNvSpPr txBox="1"/>
          <p:nvPr/>
        </p:nvSpPr>
        <p:spPr>
          <a:xfrm>
            <a:off x="838200" y="492056"/>
            <a:ext cx="972740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6000" b="1" i="0" dirty="0">
                <a:effectLst/>
                <a:latin typeface="Lato" panose="020F0502020204030203" pitchFamily="34" charset="0"/>
              </a:rPr>
              <a:t>గడచిన కాలము కృపలో మమ్ము</a:t>
            </a:r>
            <a:br>
              <a:rPr lang="te-IN" sz="6000" b="1" dirty="0"/>
            </a:br>
            <a:r>
              <a:rPr lang="te-IN" sz="6000" b="1" i="0" dirty="0">
                <a:effectLst/>
                <a:latin typeface="Lato" panose="020F0502020204030203" pitchFamily="34" charset="0"/>
              </a:rPr>
              <a:t>దాచిన దేవా నీకే స్తోత్రము</a:t>
            </a:r>
            <a:br>
              <a:rPr lang="te-IN" sz="6000" b="1" dirty="0"/>
            </a:br>
            <a:r>
              <a:rPr lang="te-IN" sz="6000" b="1" i="0" dirty="0">
                <a:effectLst/>
                <a:latin typeface="Lato" panose="020F0502020204030203" pitchFamily="34" charset="0"/>
              </a:rPr>
              <a:t>పగలూ రేయి కనుపాపవలె</a:t>
            </a:r>
            <a:br>
              <a:rPr lang="te-IN" sz="6000" b="1" dirty="0"/>
            </a:br>
            <a:r>
              <a:rPr lang="te-IN" sz="6000" b="1" i="0" dirty="0">
                <a:effectLst/>
                <a:latin typeface="Lato" panose="020F0502020204030203" pitchFamily="34" charset="0"/>
              </a:rPr>
              <a:t>కాచిన దేవా నీకే స్తోత్రము (2)</a:t>
            </a:r>
            <a:br>
              <a:rPr lang="te-IN" sz="6000" b="1" dirty="0"/>
            </a:br>
            <a:r>
              <a:rPr lang="te-IN" sz="6000" b="1" i="0" dirty="0">
                <a:effectLst/>
                <a:latin typeface="Lato" panose="020F0502020204030203" pitchFamily="34" charset="0"/>
              </a:rPr>
              <a:t>మము దాచిన దేవా నీకే స్తోత్రము</a:t>
            </a:r>
            <a:br>
              <a:rPr lang="te-IN" sz="6000" b="1" dirty="0"/>
            </a:br>
            <a:r>
              <a:rPr lang="te-IN" sz="6000" b="1" i="0" dirty="0">
                <a:effectLst/>
                <a:latin typeface="Lato" panose="020F0502020204030203" pitchFamily="34" charset="0"/>
              </a:rPr>
              <a:t>కాపాడిన దేవా నీకే స్తోత్రము (2)</a:t>
            </a:r>
            <a:endParaRPr lang="en-US" sz="6000" b="1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65908D-796F-EAA3-9CF0-4DA264212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625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BE913-212A-1524-AB62-885D2A888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0F7AF4-D1FF-95C5-1628-7EC0A1FEB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781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779C39-4445-9E9C-7205-37017A754C25}"/>
              </a:ext>
            </a:extLst>
          </p:cNvPr>
          <p:cNvSpPr txBox="1"/>
          <p:nvPr/>
        </p:nvSpPr>
        <p:spPr>
          <a:xfrm>
            <a:off x="381000" y="282267"/>
            <a:ext cx="11537156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6600" b="1" i="0" dirty="0">
                <a:effectLst/>
                <a:latin typeface="Lato" panose="020F0502020204030203" pitchFamily="34" charset="0"/>
              </a:rPr>
              <a:t>కలత చెందిన కష్టకాలమున</a:t>
            </a:r>
            <a:br>
              <a:rPr lang="te-IN" sz="6600" b="1" dirty="0"/>
            </a:br>
            <a:r>
              <a:rPr lang="te-IN" sz="6600" b="1" i="0" dirty="0">
                <a:effectLst/>
                <a:latin typeface="Lato" panose="020F0502020204030203" pitchFamily="34" charset="0"/>
              </a:rPr>
              <a:t>కన్న తండ్రివై నను ఆదరించిన</a:t>
            </a:r>
            <a:br>
              <a:rPr lang="te-IN" sz="6600" b="1" dirty="0"/>
            </a:br>
            <a:r>
              <a:rPr lang="te-IN" sz="6600" b="1" i="0" dirty="0">
                <a:effectLst/>
                <a:latin typeface="Lato" panose="020F0502020204030203" pitchFamily="34" charset="0"/>
              </a:rPr>
              <a:t>కలుషము నాలో కానవచ్చినా</a:t>
            </a:r>
            <a:br>
              <a:rPr lang="te-IN" sz="6600" b="1" dirty="0"/>
            </a:br>
            <a:r>
              <a:rPr lang="te-IN" sz="6600" b="1" i="0" dirty="0">
                <a:effectLst/>
                <a:latin typeface="Lato" panose="020F0502020204030203" pitchFamily="34" charset="0"/>
              </a:rPr>
              <a:t>కాదనక నను కరుణించిన (2)</a:t>
            </a:r>
            <a:br>
              <a:rPr lang="te-IN" sz="6600" b="1" dirty="0"/>
            </a:br>
            <a:r>
              <a:rPr lang="te-IN" sz="6600" b="1" i="0" dirty="0">
                <a:effectLst/>
                <a:latin typeface="Lato" panose="020F0502020204030203" pitchFamily="34" charset="0"/>
              </a:rPr>
              <a:t>కరుణించిన దేవా నీకే స్తోత్రము</a:t>
            </a:r>
            <a:br>
              <a:rPr lang="te-IN" sz="6600" b="1" dirty="0"/>
            </a:br>
            <a:r>
              <a:rPr lang="te-IN" sz="6600" b="1" i="0" dirty="0">
                <a:effectLst/>
                <a:latin typeface="Lato" panose="020F0502020204030203" pitchFamily="34" charset="0"/>
              </a:rPr>
              <a:t>కాపాడిన దేవా నీకే స్తోత్రము (2)    </a:t>
            </a:r>
            <a:endParaRPr lang="en-US" sz="6600" b="1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4BE918-0512-9954-2967-3E409A15A5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6293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72FDB-2032-B50C-A190-22FA9BE90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A3B7E1-6DDD-3004-D4D4-936C42C18E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781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A4CDCA-63D3-6210-DE43-F8ED3A48E0FA}"/>
              </a:ext>
            </a:extLst>
          </p:cNvPr>
          <p:cNvSpPr txBox="1"/>
          <p:nvPr/>
        </p:nvSpPr>
        <p:spPr>
          <a:xfrm>
            <a:off x="631031" y="265837"/>
            <a:ext cx="10722769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6000" b="1" i="0" dirty="0">
                <a:effectLst/>
                <a:latin typeface="Lato" panose="020F0502020204030203" pitchFamily="34" charset="0"/>
              </a:rPr>
              <a:t>లోపములెన్నో దాగి ఉన్నను</a:t>
            </a:r>
            <a:br>
              <a:rPr lang="te-IN" sz="6000" b="1" dirty="0"/>
            </a:br>
            <a:r>
              <a:rPr lang="te-IN" sz="6000" b="1" i="0" dirty="0">
                <a:effectLst/>
                <a:latin typeface="Lato" panose="020F0502020204030203" pitchFamily="34" charset="0"/>
              </a:rPr>
              <a:t>ధాతృత్వముతో నను నడిపించినా</a:t>
            </a:r>
            <a:br>
              <a:rPr lang="te-IN" sz="6000" b="1" dirty="0"/>
            </a:br>
            <a:r>
              <a:rPr lang="te-IN" sz="6000" b="1" i="0" dirty="0">
                <a:effectLst/>
                <a:latin typeface="Lato" panose="020F0502020204030203" pitchFamily="34" charset="0"/>
              </a:rPr>
              <a:t>అవిధేయతలే ఆవరించినా</a:t>
            </a:r>
            <a:br>
              <a:rPr lang="te-IN" sz="6000" b="1" dirty="0"/>
            </a:br>
            <a:r>
              <a:rPr lang="te-IN" sz="6000" b="1" i="0" dirty="0">
                <a:effectLst/>
                <a:latin typeface="Lato" panose="020F0502020204030203" pitchFamily="34" charset="0"/>
              </a:rPr>
              <a:t>దీవెనలెన్నో దయచేసిన (2)</a:t>
            </a:r>
            <a:br>
              <a:rPr lang="te-IN" sz="6000" b="1" dirty="0"/>
            </a:br>
            <a:r>
              <a:rPr lang="te-IN" sz="6000" b="1" i="0" dirty="0">
                <a:effectLst/>
                <a:latin typeface="Lato" panose="020F0502020204030203" pitchFamily="34" charset="0"/>
              </a:rPr>
              <a:t>దీవించిన దేవా నీకే స్తోత్రము</a:t>
            </a:r>
            <a:br>
              <a:rPr lang="te-IN" sz="6000" b="1" dirty="0"/>
            </a:br>
            <a:r>
              <a:rPr lang="te-IN" sz="6000" b="1" i="0" dirty="0">
                <a:effectLst/>
                <a:latin typeface="Lato" panose="020F0502020204030203" pitchFamily="34" charset="0"/>
              </a:rPr>
              <a:t>దయచూపిన తండ్రి నీకే స్తోత్రము (2)   </a:t>
            </a:r>
            <a:endParaRPr lang="en-US" sz="6000" b="1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0013812-641E-5275-2ECA-E88355FA5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2503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96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AAKASH INTI</dc:creator>
  <cp:lastModifiedBy>A A K A S H</cp:lastModifiedBy>
  <cp:revision>1</cp:revision>
  <dcterms:created xsi:type="dcterms:W3CDTF">2025-09-28T07:19:01Z</dcterms:created>
  <dcterms:modified xsi:type="dcterms:W3CDTF">2026-04-25T06:13:24Z</dcterms:modified>
</cp:coreProperties>
</file>