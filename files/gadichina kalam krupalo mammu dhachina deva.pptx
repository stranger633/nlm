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12" r:id="rId4"/>
    <p:sldId id="313" r:id="rId5"/>
    <p:sldId id="300" r:id="rId6"/>
    <p:sldId id="301" r:id="rId7"/>
    <p:sldId id="28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0CC9-0366-DA72-39EA-B40E17928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17EF5-849E-6BFB-D661-5659C8735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0918D-F77A-C635-FBB0-1599C937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702B-C465-4BFF-80C4-F60FCB2E53C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01A4D-89F8-D99E-4059-44D0E3F99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CFC42-6088-1A0A-E1BF-93E12489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D962-6CDE-438E-8B3E-21A851AD19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922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056EA-39B5-CC9D-EFE7-28D1B4CE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81C1-B345-B1DC-D7EB-67AC7C611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8F6EB-9A86-E7E2-B68E-D5E8E73C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702B-C465-4BFF-80C4-F60FCB2E53C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FFFE4-A791-8D9B-ACB3-424B22DB5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DC251-BC4A-4BE4-34E4-32F5AC84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D962-6CDE-438E-8B3E-21A851AD19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4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73F7-DFED-F306-50BB-FEADC9B37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6186F-DFE4-4394-8C90-E0EF0FE3B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6F42A-A97E-6C74-B105-58F6E8E52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702B-C465-4BFF-80C4-F60FCB2E53C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E1D3E-3224-FB35-F180-4801BB221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E3453-058F-DEEF-D00B-9ED957530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D962-6CDE-438E-8B3E-21A851AD19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888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02DAB-BDA4-43ED-EFFF-FD74CFE6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AAC1F-84DD-D337-C63A-130B5A541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67299-F9EA-9E0E-F91D-8C50053FC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3BFDF-21D1-76A1-7768-1F9D8422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702B-C465-4BFF-80C4-F60FCB2E53C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96544-4762-15B2-E45B-2F0405A8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7859F-B071-A301-C137-595887C7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D962-6CDE-438E-8B3E-21A851AD19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64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CC30-4B8F-6BFD-7DC3-AC2C639AD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3367C-C46A-517E-5D26-0941049B9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2F277-79E1-F688-5E99-D546D951B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DE9E75-5C37-E76D-3457-7E2F7CE5D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E3F8D-7D2F-7C45-B6C7-4B8C8DAAC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10F18A-6AD6-3020-968E-AABC322E6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702B-C465-4BFF-80C4-F60FCB2E53C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971D8-333F-C2E7-0F1C-225C92D3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5B83DB-BF22-40DB-8793-4AA9E1E4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D962-6CDE-438E-8B3E-21A851AD19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418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0B73-69CF-9FA9-9080-1BA73B8E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DE28A-CDAD-A836-E387-313E7959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702B-C465-4BFF-80C4-F60FCB2E53C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87517-63E4-C3A5-2C40-85771CDF4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2CB84-1FF1-7B6C-1E3A-6915488C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D962-6CDE-438E-8B3E-21A851AD19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603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332198-CFC0-FEAE-BF51-E461D4857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702B-C465-4BFF-80C4-F60FCB2E53C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F45D2A-3290-B948-C3E1-ED2A52E1A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35278-0E75-2908-7284-335D18E1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D962-6CDE-438E-8B3E-21A851AD19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00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E323-6AB1-CEA7-2A9C-F05A97F76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DE277-31B5-8A1B-56E0-3123887EC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3271D-D66B-3691-31CF-2B4DC945E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3853B-6E11-4C7C-2F6E-206497CBE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702B-C465-4BFF-80C4-F60FCB2E53C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08C15-5FA7-90B4-35C7-22ADF867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87113-3E14-19F0-40A3-039F84F3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D962-6CDE-438E-8B3E-21A851AD19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88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3DA9-B7CF-CB2A-E821-4A343BDC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22A58B-9226-B0EE-8490-AF4D664400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8DC6B-56A1-73E9-A045-718F0DB93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1936F-9630-691A-1BF8-3C0DF1B31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702B-C465-4BFF-80C4-F60FCB2E53C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52652-4486-03C6-9C40-71526D0A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BF5DD-A005-E957-4339-D9088A54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D962-6CDE-438E-8B3E-21A851AD19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997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A81F6-F505-5542-E7F9-277C779B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2A44D-31B4-9E92-1091-2333049CF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F2384-0E6A-7BE8-3127-D4C247B49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702B-C465-4BFF-80C4-F60FCB2E53C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24BAA-5394-57B3-161F-5BBB8475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57797-C2AE-CCBC-79E0-DF995FEC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D962-6CDE-438E-8B3E-21A851AD19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268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27C59-75E9-FDF1-6357-8912C436EB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91BBC-83F0-21B3-8B2D-A55006FB6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9257-ECB4-B611-41B7-F4285D1C5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702B-C465-4BFF-80C4-F60FCB2E53C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5526A-E532-9B98-D176-9A231423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3CAF2-C525-C149-6B58-ACDBFA524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D962-6CDE-438E-8B3E-21A851AD19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15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E4F5CB-EF79-2F8D-6495-18541135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2C701-613E-BFFE-85EB-4608B080F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113DC-DCED-F533-040A-11EA9AF24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1702B-C465-4BFF-80C4-F60FCB2E53C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06D13-1A69-375E-3200-410C94064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BD487-8B08-9859-5528-04D1C2055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4D962-6CDE-438E-8B3E-21A851AD19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177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B44DE-1BF3-F7CE-CB7F-EF0353CC14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09D9B-252E-A69C-9E3A-F8CD94021C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943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4F11-5A9B-89EE-853F-BD9219A9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30DB13-83EE-3DFE-D41D-B38298156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5D15B3-0BC6-AEC9-2F32-6F60F1D598F8}"/>
              </a:ext>
            </a:extLst>
          </p:cNvPr>
          <p:cNvSpPr txBox="1"/>
          <p:nvPr/>
        </p:nvSpPr>
        <p:spPr>
          <a:xfrm>
            <a:off x="838200" y="492056"/>
            <a:ext cx="972740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గడచిన కాలము కృపలో మమ్ము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దాచిన దేవా నీకే స్తోత్రము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పగలూ రేయి కనుపాపవలె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కాచిన దేవా నీకే స్తోత్రము (2)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మము దాచిన దేవా నీకే స్తోత్రము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కాపాడిన దేవా నీకే స్తోత్రము (2)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25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E913-212A-1524-AB62-885D2A888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F7E3A5-C8AC-012A-DC44-90F0CB340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666" y="0"/>
            <a:ext cx="1227666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779C39-4445-9E9C-7205-37017A754C25}"/>
              </a:ext>
            </a:extLst>
          </p:cNvPr>
          <p:cNvSpPr txBox="1"/>
          <p:nvPr/>
        </p:nvSpPr>
        <p:spPr>
          <a:xfrm>
            <a:off x="381000" y="282267"/>
            <a:ext cx="1153715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కలత చెందిన కష్టకాలమున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కన్న తండ్రివై నను ఆదరించిన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కలుషము నాలో కానవచ్చినా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కాదనక నను కరుణించిన (2)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కరుణించిన దేవా నీకే స్తోత్రము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కాపాడిన దేవా నీకే స్తోత్రము (2)    </a:t>
            </a:r>
            <a:endParaRPr lang="en-US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29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2FDB-2032-B50C-A190-22FA9BE9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FCB804-A343-54DB-1D02-25D4C7244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70172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A4CDCA-63D3-6210-DE43-F8ED3A48E0FA}"/>
              </a:ext>
            </a:extLst>
          </p:cNvPr>
          <p:cNvSpPr txBox="1"/>
          <p:nvPr/>
        </p:nvSpPr>
        <p:spPr>
          <a:xfrm>
            <a:off x="631031" y="265837"/>
            <a:ext cx="1072276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లోపములెన్నో దాగి ఉన్నను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ధాతృత్వముతో నను నడిపించినా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అవిధేయతలే ఆవరించినా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దీవెనలెన్నో దయచేసిన (2)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దీవించిన దేవా నీకే స్తోత్రము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దయచూపిన తండ్రి నీకే స్తోత్రము (2)   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50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D8EA7-456B-9633-7238-1201D7A7D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F61A00-2BC4-7F58-5145-853896B1D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B11414-4CE9-B9E0-1A37-59046D2D057B}"/>
              </a:ext>
            </a:extLst>
          </p:cNvPr>
          <p:cNvSpPr txBox="1"/>
          <p:nvPr/>
        </p:nvSpPr>
        <p:spPr>
          <a:xfrm>
            <a:off x="154781" y="500062"/>
            <a:ext cx="11430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పరిశుద్ధ పరిశుద్ధ – పరిశుద్ధ ప్రభువా (2)</a:t>
            </a:r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వరదూతలైనా నిన్ – వర్ణింప గలరా</a:t>
            </a:r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వరదూతలైనా నిన్ (3) వర్ణింప గలరా</a:t>
            </a:r>
            <a:endParaRPr lang="en-US" sz="6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412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7A52F8CF-A243-ED3B-7F4A-948FA6048D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 r="355"/>
          <a:stretch>
            <a:fillRect/>
          </a:stretch>
        </p:blipFill>
        <p:spPr>
          <a:xfrm>
            <a:off x="0" y="0"/>
            <a:ext cx="12235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01F399-C331-1DC1-1D8A-110EA90B5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D99D1A-ABD4-F192-9EEB-9A47241E5A8A}"/>
              </a:ext>
            </a:extLst>
          </p:cNvPr>
          <p:cNvSpPr txBox="1"/>
          <p:nvPr/>
        </p:nvSpPr>
        <p:spPr>
          <a:xfrm>
            <a:off x="369094" y="825499"/>
            <a:ext cx="1098470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పరిశుద్ధ తనయుడ – నర రూప ధారుడ (2)</a:t>
            </a:r>
            <a:br>
              <a:rPr lang="te-IN" sz="6000" b="1">
                <a:solidFill>
                  <a:schemeClr val="bg1"/>
                </a:solidFill>
              </a:rPr>
            </a:br>
            <a:r>
              <a:rPr lang="te-IN" sz="60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నరులను రక్షించు – కరుణా నముద్రా</a:t>
            </a:r>
            <a:br>
              <a:rPr lang="te-IN" sz="6000" b="1">
                <a:solidFill>
                  <a:schemeClr val="bg1"/>
                </a:solidFill>
              </a:rPr>
            </a:br>
            <a:r>
              <a:rPr lang="te-IN" sz="60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నరులను రక్షించు (3) కరుణా నముద్రా</a:t>
            </a:r>
            <a:endParaRPr lang="en-US" sz="6000" b="1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5DFAF8-2D7B-14F5-186C-09B5303F9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39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AEFC49C1-9482-23B1-8351-973BAD19F3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 r="355"/>
          <a:stretch>
            <a:fillRect/>
          </a:stretch>
        </p:blipFill>
        <p:spPr>
          <a:xfrm>
            <a:off x="0" y="0"/>
            <a:ext cx="12235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E66AD1-CD2C-C8A7-9476-684865A1E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C4B6B-EE88-CB39-EDF6-FF16B4DDEE44}"/>
              </a:ext>
            </a:extLst>
          </p:cNvPr>
          <p:cNvSpPr txBox="1"/>
          <p:nvPr/>
        </p:nvSpPr>
        <p:spPr>
          <a:xfrm>
            <a:off x="404813" y="926813"/>
            <a:ext cx="1094898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జనక కుమరాత్మ లను నెక దేవ (2)</a:t>
            </a:r>
            <a:br>
              <a:rPr lang="te-IN" sz="6600" b="1" dirty="0">
                <a:solidFill>
                  <a:schemeClr val="bg1"/>
                </a:solidFill>
              </a:rPr>
            </a:br>
            <a:endParaRPr lang="en-GB" sz="6600" b="1" dirty="0">
              <a:solidFill>
                <a:schemeClr val="bg1"/>
              </a:solidFill>
            </a:endParaRPr>
          </a:p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ఘన మహిమ చెల్లును దనరా నిత్యముగా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FB465D-10CB-8238-BDF5-ADCA14E80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881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Lato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2025-09-28T07:19:01Z</dcterms:created>
  <dcterms:modified xsi:type="dcterms:W3CDTF">2025-09-28T07:19:02Z</dcterms:modified>
</cp:coreProperties>
</file>