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7" r:id="rId4"/>
    <p:sldId id="308" r:id="rId5"/>
    <p:sldId id="309" r:id="rId6"/>
    <p:sldId id="310" r:id="rId7"/>
    <p:sldId id="31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E2E7-F509-411B-1204-F3A3322AA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37C50-7C84-1C4C-E482-52B105C64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BC081-FD91-B5F2-6F1E-01F8B34E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793A9-B473-A234-6A3D-5F087A5B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DD74C-5CFD-35C8-7E9E-1FF4AAC2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9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2B66-5C40-21BB-CF7E-D1A0935D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81C4-761F-5387-46D6-AE315CAEB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FC00D-7E45-B2A8-256A-40759AEF2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23AB5-3AA7-44E1-F3F8-3188B86D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448E0-FB27-4FC3-DC02-448EF21A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33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EDDF-B65E-F8DA-F18A-A8E4FB22A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4136A-2239-2111-1A8A-248A4472F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0DBF1-7181-0D7E-D4EB-78904A497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5F2B-9708-F8E2-4F51-364C58C3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8E1F3-F7FF-2274-FC18-B01BB24F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92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5373-91FA-E299-06DC-77D76CA6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E60D-E84D-7633-003E-5C930558A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420A4-749E-6844-30F8-89A5BB194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C0158-569D-F4F0-EC1B-79456D22F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65428-73C8-9EC8-665A-6F41165F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CDE4C-BE7F-5BA6-0038-CEA757036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11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E7D5-BAA0-DAC5-114C-55E9F10F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B9C77-BB0F-F8B0-CB90-0792C8107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3347B-F9BB-F0A4-76E8-125EE5A81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487D83-2E46-E4E0-6F0B-D9F9A9835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584B6-9D33-0116-CB87-5879F6229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34B4F-EC64-61DB-960E-5A423F57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01A66-8D19-7080-A696-323E1D416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0A27B-79E3-382B-F552-88ED8027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9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FDF9-93AA-A5E8-603D-FF5448D2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14354-45F2-AD3C-1A15-9563A07EE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C3FB5-925B-F48F-2EE9-34A04872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FDC7D-3F08-C954-9DB0-D6B4B13C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42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B642F-F278-A969-DA90-A152BEC70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2C94B-514D-D08F-932B-F1183D43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E27B-D6CF-0B40-DD1E-755BFE9A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53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76E3-9525-D9AF-8050-364F7E98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A17AE-16CD-79FE-C1AD-FCE19CEF0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2B994-E2AC-9F3E-D1F7-8F86E6351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A75CC-AEEA-A94C-4225-7E221E3F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44D77-6FF6-2478-4864-574CD108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95575-18ED-D4C1-4326-8A6DBE7B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78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2026-8E7F-4822-CF86-1906D1E6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342578-FBC4-3CAA-ED09-87E66693D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8EF60-E0E5-5E42-0C05-B301983B1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FBCA2-373F-84AF-1E73-775D6FE9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8160F-971D-76BF-9A8B-D409CB31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DA84-E81C-E062-0B6E-A66D0E1E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33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0AD5-E113-C20A-3B1F-9CE01A5A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EDCA3-BBFF-F2F0-E305-8C60F9682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5BB5A-8468-A1F7-92DF-593D4B50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23986-59AD-CD95-5409-77D30D0F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B80BA-F878-E69E-0D84-D0D56C63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15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B24C15-DF76-CDB9-7FCE-D4BBAECF6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51610-95EF-A1D0-CEAE-10B5DA3BC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D30A0-72B1-FD10-CA62-995E19D2B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0E639-AF97-F669-3793-86CD4D12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E2632-C335-66C4-E69B-330EB0EA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5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E0200-3D2F-43A9-841C-6F323D586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72FB5-7C7E-6D71-1396-334B1C422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65431-8C1A-D1A3-5FC0-ED3ADCA75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E2674-7C46-48B9-B8B4-0228AE50119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C6C19-1DEB-CB58-1567-C23728BAE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245B7-9DBB-1E58-A801-0681CA738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0D9B7-8F89-46B5-B289-AB38B45185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59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7FD3-64E6-B68F-8B76-B286B844D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5EFD2-CE0F-D177-4EAE-AF86540E7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86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BFA6-50DA-2CB8-3DDF-130ABBA7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A8E070-73AF-888A-A401-F42F43B21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C90598-F2D1-EA6D-B177-353C088DEE91}"/>
              </a:ext>
            </a:extLst>
          </p:cNvPr>
          <p:cNvSpPr txBox="1"/>
          <p:nvPr/>
        </p:nvSpPr>
        <p:spPr>
          <a:xfrm>
            <a:off x="750094" y="568703"/>
            <a:ext cx="1070371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dirty="0"/>
              <a:t>పరిశుద్ధ స్థలమువైపు - నా చేతులెత్తుచున్నాను (2) భూమిని ఆకాశములను సృజియించినా యెహోవా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115978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95C4-BF8E-E9E9-D773-5499BE6A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6FEB1B-775C-26F1-7510-007885C92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C89B4F-1187-27AE-57A7-256A569A21BB}"/>
              </a:ext>
            </a:extLst>
          </p:cNvPr>
          <p:cNvSpPr txBox="1"/>
          <p:nvPr/>
        </p:nvSpPr>
        <p:spPr>
          <a:xfrm>
            <a:off x="948928" y="365125"/>
            <a:ext cx="10210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>
                <a:solidFill>
                  <a:schemeClr val="bg1"/>
                </a:solidFill>
              </a:rPr>
              <a:t>ఈ భూమిని ఆకాశములను సృజియించినా యెహోవా నిన్ను ఆశీర్వదించును - నన్ను ఆశీర్వదించును (2)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76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90A2-0C07-7B95-94EF-8BA957ED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356463-98AD-D27D-D417-346ADE34B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1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457EA9-9EF7-616A-4F08-4724EAE11D69}"/>
              </a:ext>
            </a:extLst>
          </p:cNvPr>
          <p:cNvSpPr txBox="1"/>
          <p:nvPr/>
        </p:nvSpPr>
        <p:spPr>
          <a:xfrm>
            <a:off x="559595" y="718631"/>
            <a:ext cx="1042987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b="1" dirty="0"/>
              <a:t>1</a:t>
            </a:r>
            <a:r>
              <a:rPr lang="te-IN" sz="4400" b="1" dirty="0"/>
              <a:t>. నేను చేతులెత్తుట నీకు - సాయంకాలపు నైవేద్యము (2)</a:t>
            </a:r>
            <a:endParaRPr lang="en-GB" sz="4400" b="1" dirty="0"/>
          </a:p>
          <a:p>
            <a:pPr algn="ctr"/>
            <a:r>
              <a:rPr lang="te-IN" sz="4400" b="1" dirty="0"/>
              <a:t> నిను స్తుతియించుట నాకు - ఎంతో మంచిది (2)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380046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70D8-FD2C-BA42-09DB-9228FE61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A3305F-FA4B-5555-D8B6-6F1512219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5D8DAA-4155-414F-B38C-910ADB186C0E}"/>
              </a:ext>
            </a:extLst>
          </p:cNvPr>
          <p:cNvSpPr txBox="1"/>
          <p:nvPr/>
        </p:nvSpPr>
        <p:spPr>
          <a:xfrm>
            <a:off x="1273968" y="592902"/>
            <a:ext cx="841771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dirty="0"/>
              <a:t>2. నిను స్తుతియించుట నాకు - ఎంతో మంచిది (2)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66372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EB50-960D-12AF-C663-3F734B55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3C17EB-2916-CFB4-2AF2-488666168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5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D24C6D-1D77-A3DC-8B8A-FE5C06C11EEF}"/>
              </a:ext>
            </a:extLst>
          </p:cNvPr>
          <p:cNvSpPr txBox="1"/>
          <p:nvPr/>
        </p:nvSpPr>
        <p:spPr>
          <a:xfrm>
            <a:off x="666750" y="624652"/>
            <a:ext cx="679846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dirty="0"/>
              <a:t>3. నేను ప్రార్ధించుట నీకు - అనుకూలమైనది (2)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60153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39B4-2290-6651-6DEE-41C02685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A3671C-4A0A-8E12-A59A-971BC0F44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18C5C7-3180-EF9D-6708-C1C1BCA3B2D2}"/>
              </a:ext>
            </a:extLst>
          </p:cNvPr>
          <p:cNvSpPr txBox="1"/>
          <p:nvPr/>
        </p:nvSpPr>
        <p:spPr>
          <a:xfrm>
            <a:off x="2178844" y="365125"/>
            <a:ext cx="62626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/>
              <a:t>4. నేను నాట్యమాడుట నీకు - ఎంతో ఇష్టము నేను నాట్యమాడుట నాకు - ఎంతో ఇష్టము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257977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2025-09-28T08:24:28Z</dcterms:created>
  <dcterms:modified xsi:type="dcterms:W3CDTF">2025-09-28T08:24:28Z</dcterms:modified>
</cp:coreProperties>
</file>