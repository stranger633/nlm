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12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8379-1CF7-37A7-EC56-8063061D4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236DE-C2B2-A4A6-B8AA-8D432A5CF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61DB-8269-67CF-6A03-BF4BFAA7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BC3B2-7CCD-5664-5981-DB11DF97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78D60-E670-3A91-694B-4FA19150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95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687A-2BD1-F76E-22FD-CA136446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5143-6BD8-6251-DAB7-B26FB6D99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1977F-9E2A-C55E-83E3-CDC763B2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E3EAE-B219-3B0D-DEF1-DF0387B8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90983-4354-400F-C37C-98FB4647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4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F97B9-E3C2-04ED-F2BE-A3A7066A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D3CCA-507D-2292-87CF-ABD89B1E7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9D96C-BDEB-F2C3-0CEB-EA41A374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A7FF3-EA3C-AC9F-3633-AC90E9AE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37BFF-1AFE-03DF-26D0-59426761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56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F8BA-55AB-04C3-13F5-2E305CBC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620D3-4B9B-2FE3-29DB-33B21F086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706D7-9577-5BF9-A775-E37442000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A0BD6-A360-A496-C7A5-8E7FDE87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7166D-F8E8-9A5F-8956-F4039235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25879-0615-1B29-BDC8-E2F26D2B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92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4A77-F5B3-6C96-C1B7-82E7616E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835FC-685D-208A-54B7-44EB75510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0732C-70E1-D808-F76F-4D4B276F1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6FFE9-793A-645D-5B11-D0863C98F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F3F0A-CA6E-0709-B1D5-8B226061A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CE837D-5BCF-D257-0ADA-0DEBC61DE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D0F1DD-6645-1617-0AB7-C1202CBE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C5A0CE-D146-179D-1213-83669A86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39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9061-7938-EF1E-7828-E28D15B6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49F8-9EA7-14C3-39EA-A5AE1448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DF002-F483-96BE-11AF-F3EDBF49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4BD30-E1D6-4C67-9A64-55ED8D36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0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6FEE3-4EB3-C782-C94A-AFB30806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A86DF-A276-0640-C559-36F2FD6D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0A7F6-839F-F47E-C93C-EAF960A0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10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D450-90F3-DDC2-E7CF-6E29D943F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BFE03-79B7-5C11-D197-CA2614BD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A22A8-03A1-4AAC-620E-1D0ADA3DC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C8131-251E-6FBA-0909-ED7FE7C1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300FC-1375-CA62-B2BF-FA7F3FF2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EBD6C-F6BF-AD91-CCE3-31F8B661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21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A4EA-F024-7B64-7021-AB0114B6A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0E732-2A7A-89B5-9E4E-AF8418146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D0712-A8CB-2269-6712-8A07374EC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34A5F-CD70-AE7F-5CA3-7F809D515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12555-71E6-AD6F-729A-E5EBB2E3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55E7C-1362-A80D-F1BD-3AF28ACC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0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0885-3B9A-26E8-CD5D-C1F4EC34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DDBF6-174D-168F-9D79-6BC5A6F37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6D037-3E3E-8360-FDEC-F62F4DA1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DB5D7-5917-CE39-C2AA-8530AFE4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BAE04-BB48-B9CA-E621-68119137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40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038A3-9BFB-E42A-D805-04D56F67A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0EB1-21A8-50DD-03F0-C7E79B53E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C2EC-5062-0348-6AEA-956632B8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1BA84-DE2C-26FF-609F-BDA90C52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4E5C2-49F5-29E9-D5F1-C5200B2E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98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AC9E0E-0146-C887-9048-6CAB2E14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236DF-1800-65BB-F36C-4A026B7DA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E960D-934B-F9D3-74D5-F10D7B7C1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23F3B-82D6-4475-8932-957F64D5778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FC7C6-E25A-CFE9-4ECA-AED0D888A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4DEFD-8F58-3AD5-CE09-87B1B231A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470C2-7020-4DD0-AE47-8469FA474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53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A3E4-6B27-AB18-9011-AC8E48A41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56E0-BD68-B273-3EF5-07E9538808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89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A7DF2-FBDD-D6EB-2BBA-B57C4D22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359251-6167-4E94-A31E-21AF6523D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458" cy="68580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46BC15-9268-A8A2-723F-63EB7030BEC8}"/>
              </a:ext>
            </a:extLst>
          </p:cNvPr>
          <p:cNvSpPr txBox="1"/>
          <p:nvPr/>
        </p:nvSpPr>
        <p:spPr>
          <a:xfrm>
            <a:off x="976312" y="758031"/>
            <a:ext cx="102393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యెహోవా నాకు వెలుగాయే యెహోవానాకు రక్షణయే</a:t>
            </a:r>
            <a:br>
              <a:rPr lang="te-IN" sz="6600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నా ప్రాణ దుర్గమాయే - నేను ఎవరికి ఎన్నడు భయపడను (2)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55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6E8E-7DF1-27FC-B74D-5298A843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4157D0-1451-E0A2-F252-7685B2340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0"/>
            <a:ext cx="1209675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A7A189-43ED-4804-ABC7-CF8481A1F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57"/>
            <a:ext cx="12192000" cy="81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E06D89-7163-8087-FCD8-F7071E76F2FB}"/>
              </a:ext>
            </a:extLst>
          </p:cNvPr>
          <p:cNvSpPr txBox="1"/>
          <p:nvPr/>
        </p:nvSpPr>
        <p:spPr>
          <a:xfrm>
            <a:off x="838200" y="560327"/>
            <a:ext cx="1009650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effectLst/>
                <a:latin typeface="Open Sans" panose="020B0606030504020204" pitchFamily="34" charset="0"/>
              </a:rPr>
              <a:t>1. నాకు మార్గమును ఉపదేశమును - ఆలోచన అనుగ్రహించే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నేనెల్లప్పుడు ప్రభు సన్నిదిలో స్తుతి గానము చేసెదను (2) 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12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453C-F39A-EAD0-B62C-504844A5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964455-D6F3-C4AB-6E5B-2CA35AE45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CE1AAF-BF82-4143-8087-48664F4116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6" b="16939"/>
          <a:stretch/>
        </p:blipFill>
        <p:spPr>
          <a:xfrm>
            <a:off x="-1" y="-1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FBFA3D-F76C-9509-F2E4-DAC328A2B9CC}"/>
              </a:ext>
            </a:extLst>
          </p:cNvPr>
          <p:cNvSpPr txBox="1"/>
          <p:nvPr/>
        </p:nvSpPr>
        <p:spPr>
          <a:xfrm>
            <a:off x="1148953" y="819833"/>
            <a:ext cx="92213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effectLst/>
                <a:latin typeface="Open Sans" panose="020B0606030504020204" pitchFamily="34" charset="0"/>
              </a:rPr>
              <a:t>2. నాకొండయు నాకోటయు - నా ఆశ్రయము నీవే (2)</a:t>
            </a:r>
            <a:br>
              <a:rPr lang="te-IN" sz="6600" b="1" dirty="0"/>
            </a:br>
            <a:r>
              <a:rPr lang="te-IN" sz="6600" b="1" i="0" dirty="0">
                <a:effectLst/>
                <a:latin typeface="Open Sans" panose="020B0606030504020204" pitchFamily="34" charset="0"/>
              </a:rPr>
              <a:t>నేనెల్లప్పుడు ప్రభు సన్నిదిలో స్తుతి గానాము చేసెదను (2)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84413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080A-69A8-EB65-B6E3-98E4A819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528CC0-2309-C514-EB76-1D3F414A1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5BA377-72A8-4ECA-AC8B-CE37100DE6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20" b="26931"/>
          <a:stretch/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229A52-2A2C-197E-EAC1-78BC44D72D5A}"/>
              </a:ext>
            </a:extLst>
          </p:cNvPr>
          <p:cNvSpPr txBox="1"/>
          <p:nvPr/>
        </p:nvSpPr>
        <p:spPr>
          <a:xfrm>
            <a:off x="541734" y="867459"/>
            <a:ext cx="11108532" cy="415498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</a:rPr>
              <a:t>3. నా తల్లియు నా తండ్రియు ఒకవేళ మరచినను (2)</a:t>
            </a:r>
            <a:br>
              <a:rPr lang="te-IN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te-IN" sz="6600" b="1" i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</a:rPr>
              <a:t>ఆపత్కాలమున చేయి విడువకను - యెహోవా నన్ను చేరదీయును (2)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3100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78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AAKASH INTI</dc:creator>
  <cp:lastModifiedBy>A A K A S H</cp:lastModifiedBy>
  <cp:revision>4</cp:revision>
  <dcterms:created xsi:type="dcterms:W3CDTF">2025-09-28T07:09:19Z</dcterms:created>
  <dcterms:modified xsi:type="dcterms:W3CDTF">2026-04-25T06:30:26Z</dcterms:modified>
</cp:coreProperties>
</file>