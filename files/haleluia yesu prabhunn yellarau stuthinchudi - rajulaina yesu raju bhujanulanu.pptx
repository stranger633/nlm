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3712-E40C-DBD9-70D6-CF040A4DE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AAD8A-5545-4F91-2D25-1A60C80CE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4B3-3ED1-CBAE-17E2-C3D107C8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53C5A-0522-CE6D-1833-3C606F03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44603-B77D-5698-1C8B-ABEFE7A1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063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640B-5458-3093-A6CC-C526CAA7B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8270D-5ED3-7257-BF94-3380ABD65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C0A48-8397-1C74-5BF6-B2ABC7CD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5C902-CECE-9B88-31E7-0275FCDE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04B09-2206-5BD8-F079-98CBAAD7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12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E6D0-5289-0487-49E4-88B56C40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CA6FD-5B30-4FF6-D4EE-5EAD721C6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2BCE2-1E20-A49C-BD26-E209397C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00866-A04A-33CF-D651-6A4015A0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A69A-974B-F642-5CA1-98080AF7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26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841F-0295-752C-ACA4-F7432887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88405-4240-C009-251C-B1F8067CD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D37BD-06AB-107F-ACDE-BE0CD3034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D456F-4D7A-E952-864F-72C9DBF92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7D8AD-4D59-DEB2-2C6D-51BA0CA54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5FD5C-875E-F4C8-A911-25CAE8EF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44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6B1E-30EC-8752-4BC4-B35B03FB3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98D83-F4C2-2E57-2B2E-91D936939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D17C6-B0AD-0525-EF7A-59473CF45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139A40-BB9F-A168-4C76-77ED7063F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73DBF2-C897-33C3-6BC9-71CCA5AA37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7A5B1-C55A-AA7A-54A1-FAC9382C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7ADDA5-B3B1-E03B-1127-1915B5F5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F9CD3-4B5B-B22B-A108-2910C56E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46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65ED-6DE8-E6C9-1282-FF468920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9B009-96E7-23D0-6E38-86E02623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AB208-8B3E-EF43-EDC8-5C43EC319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9278E-20B7-8251-9F25-EE25D7FE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70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D6004-FAF0-14F6-E78E-1CD645C4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F4807-FDC6-8567-7CF4-EB710AE9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B7AF8-9FB5-4908-5BCB-4B7B4D332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913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2DEA6-0EB1-4FCD-8458-B05A5AF5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EAD3F-4375-390E-8A58-F3B5F7549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369C5-7922-6E2D-C512-44E3C9AC6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57858-67F9-D8D0-9515-8572624B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88DC4-0A83-8862-3175-810C250EB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CB325-2678-4644-EE6E-FBCB7CDB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29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2D6F-AF87-1D8E-96C1-CD5A91AE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F046BB-48C0-5410-FE37-75CB66C75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1661E-37BA-8D55-96C3-4E2D16154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0871C-0982-F35C-1888-0417BE3A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8972D-E40A-F4EE-CD8A-FCDC2F27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05932-134C-6C93-EC5C-42E3B90D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885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372FD-AAD3-A482-1BB6-7D8B988B2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9C814-A2B6-6AFA-1873-34865D1D4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6F7C1-900F-1033-CA38-50F3D660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8E5C8-4C32-D971-8E6D-9B1763748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38B61-4DBD-8E14-C6A3-ACEBC26B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390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40147-D686-76A3-DCC6-2CFD715ABD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A73F7-DF39-EB72-5573-F3A81B46B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A62A9-515B-6CBB-9B79-14971AE8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DDBBA-84AA-C18B-B871-3D577E2A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23132-EFB7-BD8C-1F05-696177CC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38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210BC2-434E-DF07-F8DD-B0E56481A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96C09-8501-D1D0-005E-17784C8D2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FD375-9404-EEAF-CD7E-D5BD11551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D3FA9-709B-4BEA-BA5A-7CD2893ADCC0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E8D2D-95BA-67FB-F1CB-CD7526F41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B091C-2F57-E400-3A4D-632817E48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BEC2B-D274-4482-AB0B-B6CECFCFA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30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19D5-9F80-E4B3-BA3A-101AE8809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B9EEC-C4CB-ACFA-B597-FE1D2D6C0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9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2D6E-8F93-C389-415B-68040E89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2D0E43-7A0D-0140-1CA8-A6B5CFBA7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611E54-EB03-923E-2513-103C60ED98BE}"/>
              </a:ext>
            </a:extLst>
          </p:cNvPr>
          <p:cNvSpPr txBox="1"/>
          <p:nvPr/>
        </p:nvSpPr>
        <p:spPr>
          <a:xfrm>
            <a:off x="297655" y="365125"/>
            <a:ext cx="11811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54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హల్లెలూయా యేసు ప్రభున్ ఎల్లరు స్తుతియించుడి</a:t>
            </a:r>
            <a:br>
              <a:rPr lang="te-IN" sz="5400" b="1" dirty="0">
                <a:solidFill>
                  <a:schemeClr val="bg1"/>
                </a:solidFill>
              </a:rPr>
            </a:br>
            <a:r>
              <a:rPr lang="te-IN" sz="54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వల్లభుని చర్యలను తిలకించి స్తుతియించుడి</a:t>
            </a:r>
            <a:br>
              <a:rPr lang="te-IN" sz="5400" b="1" dirty="0">
                <a:solidFill>
                  <a:schemeClr val="bg1"/>
                </a:solidFill>
              </a:rPr>
            </a:br>
            <a:r>
              <a:rPr lang="te-IN" sz="54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బలమైన పని చేయు బలవంతుని స్తుతియించుడి</a:t>
            </a:r>
            <a:br>
              <a:rPr lang="te-IN" sz="5400" b="1" dirty="0">
                <a:solidFill>
                  <a:schemeClr val="bg1"/>
                </a:solidFill>
              </a:rPr>
            </a:br>
            <a:r>
              <a:rPr lang="te-IN" sz="54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ఎల్లరిని స్వీకరించు యేసుని స్తుతియించుడి</a:t>
            </a:r>
            <a:endParaRPr 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137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7756-25A6-D662-9954-C2BB1E6F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A3FF28-A84C-A20D-ED70-A4F129216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095581-F854-09CB-FB0F-9E144CFDB03E}"/>
              </a:ext>
            </a:extLst>
          </p:cNvPr>
          <p:cNvSpPr txBox="1"/>
          <p:nvPr/>
        </p:nvSpPr>
        <p:spPr>
          <a:xfrm>
            <a:off x="197644" y="245011"/>
            <a:ext cx="1115615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80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రాజుల రాజైన యేసు రాజు భూజనులనేలున్</a:t>
            </a:r>
            <a:endParaRPr lang="en-GB" sz="8000" b="1" i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br>
              <a:rPr lang="te-IN" sz="8000" b="1">
                <a:solidFill>
                  <a:schemeClr val="bg1"/>
                </a:solidFill>
              </a:rPr>
            </a:br>
            <a:r>
              <a:rPr lang="te-IN" sz="80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హల్లెలూయా, హల్లెలూయా దేవుని స్తుతియించుడి</a:t>
            </a:r>
            <a:endParaRPr lang="en-US" sz="8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481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1CB0-CE80-1408-DD58-E4BC9EB0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BA5AB5-F342-02BD-2A5C-4F4ED34BD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 r="355"/>
          <a:stretch>
            <a:fillRect/>
          </a:stretch>
        </p:blipFill>
        <p:spPr>
          <a:xfrm>
            <a:off x="0" y="0"/>
            <a:ext cx="122356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4B567F-0B8D-9C42-459E-5F14EB17BABF}"/>
              </a:ext>
            </a:extLst>
          </p:cNvPr>
          <p:cNvSpPr txBox="1"/>
          <p:nvPr/>
        </p:nvSpPr>
        <p:spPr>
          <a:xfrm>
            <a:off x="457198" y="236755"/>
            <a:ext cx="1127760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తంబురతోను వీణతోను ప్రభువుని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పాపమును రక్తముతో తుడిచెను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బూరతోను తాళముతో మ్రోగించి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నిరంతరము మారని యేసుని స్తుతియించుడి</a:t>
            </a:r>
            <a:endParaRPr lang="en-US" sz="5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7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8EC8-58C4-6BD4-9246-9FCB5C8C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2535B8-0DDD-F9AC-C348-2821743B6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5E4DC5-EAE0-BB68-5D81-5792059A2563}"/>
              </a:ext>
            </a:extLst>
          </p:cNvPr>
          <p:cNvSpPr txBox="1"/>
          <p:nvPr/>
        </p:nvSpPr>
        <p:spPr>
          <a:xfrm>
            <a:off x="358378" y="365125"/>
            <a:ext cx="1147524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సూర్య చంద్రులారా ఇల దేవుని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హృదయమును వెలిగించిన యేసుని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అగ్నివడగండ్లార మీరు  కర్తను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హృదయమును చేధించిన నాథుని స్తుతియించుడి</a:t>
            </a:r>
            <a:endParaRPr lang="en-US" sz="5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833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A3875799-3935-FAAA-DA19-49551E1519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 r="355"/>
          <a:stretch>
            <a:fillRect/>
          </a:stretch>
        </p:blipFill>
        <p:spPr>
          <a:xfrm>
            <a:off x="0" y="0"/>
            <a:ext cx="12235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8ADB5-42A0-50BB-225E-8A879284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ACDBB-E65A-5EF6-112B-8823F8F0934A}"/>
              </a:ext>
            </a:extLst>
          </p:cNvPr>
          <p:cNvSpPr txBox="1"/>
          <p:nvPr/>
        </p:nvSpPr>
        <p:spPr>
          <a:xfrm>
            <a:off x="199428" y="161835"/>
            <a:ext cx="1145679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యువకులారా పిల్లలారా దేవుని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జీవితమున్ ప్రభుపనికై సమర్పించి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పెద్దలారా ప్రభువులారా యెహోవాను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ఆస్తులను యేసునకై అర్పించి స్తుతియించుడి</a:t>
            </a:r>
            <a:endParaRPr lang="en-US" sz="5400" b="1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F34D096-28C5-13C2-F4E7-A7A2E8493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9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DA40-4272-8B18-7733-CA2B9B9DD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3EB95F-712C-02E6-2298-80807570F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44"/>
            <a:ext cx="12096750" cy="6774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F6EDCC-D396-4DF2-307B-10711D3EA42D}"/>
              </a:ext>
            </a:extLst>
          </p:cNvPr>
          <p:cNvSpPr txBox="1"/>
          <p:nvPr/>
        </p:nvSpPr>
        <p:spPr>
          <a:xfrm>
            <a:off x="928687" y="365125"/>
            <a:ext cx="1033462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అగాథమైన జలములారా దేవుని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అలలవలె సేవకులు లేచిరి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దూతలారా పూర్వ భక్తులారా దేవుని స్తుతియించుడి</a:t>
            </a:r>
            <a:br>
              <a:rPr lang="te-IN" sz="5400" b="1">
                <a:solidFill>
                  <a:schemeClr val="bg1"/>
                </a:solidFill>
              </a:rPr>
            </a:br>
            <a:r>
              <a:rPr lang="te-IN" sz="54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పరమందు పరిశుద్ధులు ఎల్లరు స్తుతియించుడి       </a:t>
            </a:r>
            <a:endParaRPr lang="en-US" sz="5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597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2025-09-28T07:16:36Z</dcterms:created>
  <dcterms:modified xsi:type="dcterms:W3CDTF">2025-09-28T07:16:37Z</dcterms:modified>
</cp:coreProperties>
</file>