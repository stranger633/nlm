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7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9724-536B-5FFD-7C21-83763EA2B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F62B0-4B94-B080-9465-0765123B0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3EBAD-63FE-0298-E700-947E1680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26506-64C7-BCEB-300C-92DF9E24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F9A55-4CA6-5A2B-5A9F-2ACEA553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316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B119-946E-F073-D5D8-EA0E1B7F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BB4A5-1322-FBE0-3FBC-62C5802F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26CAC-9214-0AA3-7EBE-5714A972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3292D-E64C-DB44-4676-AE8F66D3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9B876-A64F-F748-FB7E-1B85EF52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67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EAE3-9679-229B-9B3A-9A6CEFD3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C0887-DDA8-A7E7-610A-9FE38D9C8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87F94-CB47-E4BD-EE8A-B34DBDA0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9BBD1-ED12-D549-B188-66DC4194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998F-CAD7-2847-866E-4FE6229C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21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1959-D463-CE2F-5343-EBAFEC56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94366-93B0-CAB8-71B6-50E83621D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94639-D79A-37CC-2BB0-1AB29D4C9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92FB0-48F6-8944-6B3E-0C6B26DE9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AA98B-E2C7-4CC9-A06A-89EEBD8C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4295F-108F-533A-6F41-9561E7C7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41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212C-916B-9F26-89B1-2E7939C05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619EC-9A7A-BF27-83C3-C8A830012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2C782-8E19-E73D-8DDB-2B47D75BE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99A8E-9D4F-F44B-69AE-67284AE9B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41D8F-1F9C-B9F3-8E68-F929A3C83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B0FCA-A3F7-03D7-780F-D1B46AC4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F6A2C-32D2-2622-2E92-17696041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477F9-7D23-4A91-65FE-6A56BF7E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794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C147-D853-FC29-6143-92382E63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D9DBB-EB6F-71F9-FFA3-40C9C43C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ED9E7-C8D2-6E06-0040-33F9138CF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4A5DA-519A-0DDB-4390-0EF7195B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1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8F24B-87A9-6BF7-E360-586E1109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5CBAB-C61C-4BE0-1013-9F1CCD20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2FD0D-3F38-F5C4-C81B-D16F5446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96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ACCF-D911-FDD6-C874-C00571C3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0C744-C980-D85E-6A8E-062B4826E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9928F-186B-23C3-580D-C01888D02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090D9-294D-F5A6-1DB9-88A8B786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8C8D8-16B1-3AEC-9BF3-78B3DEA3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B3683-6ABB-B756-58DA-5EC72484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51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25E1-6CC8-8810-97D3-6349C032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1A7C0-2FBB-EAC5-DDDD-7ACC76CBF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7EC49-F59F-9E3A-3244-CB85D9F29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60068-5C25-7301-6A10-FAB00BAC3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3A2CB-2BD7-EC12-AD2C-84DD4387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A3293-0E6C-57FC-137B-73AEAD7B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2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5062-40FA-42CC-F0B8-F055CF70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FEFE7-B264-3431-ACC8-639CA785A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9E92-5711-3206-9FCC-20ADDAB41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B4825-E115-5CB1-D3A4-259A2630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D321-2893-FDA3-13E6-B4168CD0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358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850970-EF01-500E-6C27-B54C608C5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3E056-E188-CAE3-59C8-400A37213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AAFB5-6810-B6BB-D118-BB9D93AB0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C6A32-A69B-2BAD-DF51-582471DC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F5F1C-692F-8B91-4531-E5866B65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6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B4FC5-C1D8-7174-6A06-616F7C63D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C3CE9-B63D-B528-2DE4-B0AC6C851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95894-E0C3-DE14-500A-007CB457C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4B198-B995-46F5-9890-AC21D15526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D135A-4503-61F0-BE32-DFD2928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9FB98-E02E-D8F9-2202-55226848D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BC398-5159-4E23-BB42-72BB50A6C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C2AEE-12D8-20F3-1CC0-1BC54DE22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ADAF0-3DFD-A64B-C214-C3E52676A3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20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D59D-43F5-6932-A591-8D803570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0660A4-90AA-AEBF-4FAB-6780D640B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4FB153-35B3-3C75-4DAD-6AE56EA7CA89}"/>
              </a:ext>
            </a:extLst>
          </p:cNvPr>
          <p:cNvSpPr txBox="1"/>
          <p:nvPr/>
        </p:nvSpPr>
        <p:spPr>
          <a:xfrm>
            <a:off x="1032866" y="186532"/>
            <a:ext cx="105155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00000000000000000" pitchFamily="2" charset="0"/>
              </a:rPr>
              <a:t>తండ్రీ దేవా… తండ్రీ దేవా…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నా సర్వం నీవయ్యా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నీవుంటే నాకు చాలు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నా ప్రియుడా నా ప్రాణమా – నిన్నారాధించెదన్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నా జీవమా నా స్నేహమా – నిన్నారాధించెదన్ (2)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47419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677F-D18E-269B-D92D-CFA542E1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BBA84B-0100-A9B2-A63A-A922B4455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4C6CFA-E5AD-D9EE-7EE4-ECE8B9A00055}"/>
              </a:ext>
            </a:extLst>
          </p:cNvPr>
          <p:cNvSpPr txBox="1"/>
          <p:nvPr/>
        </p:nvSpPr>
        <p:spPr>
          <a:xfrm>
            <a:off x="330995" y="297685"/>
            <a:ext cx="100631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e-IN" sz="3600" b="1" i="0" dirty="0">
                <a:effectLst/>
                <a:latin typeface="Lato" panose="020F0502020204030203" pitchFamily="34" charset="0"/>
              </a:rPr>
              <a:t>నీ ప్రేమ వర్ణించుట – నా వల్ల కాదయ్యా</a:t>
            </a:r>
            <a:br>
              <a:rPr lang="te-IN" sz="3600" b="1" dirty="0"/>
            </a:br>
            <a:r>
              <a:rPr lang="te-IN" sz="3600" b="1" i="0" dirty="0">
                <a:effectLst/>
                <a:latin typeface="Lato" panose="020F0502020204030203" pitchFamily="34" charset="0"/>
              </a:rPr>
              <a:t>నీ కార్యము వివరించుట – నా బ్రతుకుచాలదయ్యా (2)</a:t>
            </a:r>
            <a:br>
              <a:rPr lang="te-IN" sz="3600" b="1" dirty="0"/>
            </a:br>
            <a:r>
              <a:rPr lang="te-IN" sz="3600" b="1" i="0" dirty="0">
                <a:effectLst/>
                <a:latin typeface="Lato" panose="020F0502020204030203" pitchFamily="34" charset="0"/>
              </a:rPr>
              <a:t>తండ్రీ దేవా… నా ఆనందమా…</a:t>
            </a:r>
            <a:br>
              <a:rPr lang="te-IN" sz="3600" b="1" dirty="0"/>
            </a:br>
            <a:r>
              <a:rPr lang="te-IN" sz="3600" b="1" i="0" dirty="0">
                <a:effectLst/>
                <a:latin typeface="Lato" panose="020F0502020204030203" pitchFamily="34" charset="0"/>
              </a:rPr>
              <a:t>నీ ఒడిలో నాకు సుఖము (2)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83292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28F2-78F6-2C4F-F5C7-9AE78DE8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BDEB61-212C-50F6-98A2-1CFC47107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F3573C-22E7-2872-3E41-B108BDD658D0}"/>
              </a:ext>
            </a:extLst>
          </p:cNvPr>
          <p:cNvSpPr txBox="1"/>
          <p:nvPr/>
        </p:nvSpPr>
        <p:spPr>
          <a:xfrm>
            <a:off x="912018" y="202406"/>
            <a:ext cx="99774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నా ప్రాణ స్నేహితుడా – నీ సన్నిధి పరిమళమే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జుంటె తేనె కన్నా – నీ ప్రేమ మధురమయ్యా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తండ్రీ దేవా… నా ఆనందమా…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 ఒడిలో నాకు సుఖము (2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18891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2025-09-28T08:33:12Z</dcterms:created>
  <dcterms:modified xsi:type="dcterms:W3CDTF">2025-09-28T08:33:12Z</dcterms:modified>
</cp:coreProperties>
</file>