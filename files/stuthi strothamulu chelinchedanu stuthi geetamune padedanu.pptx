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8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06F3F-B88E-7C1D-D211-176E2BD83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BE864-8AF8-0475-C37F-0C0669E30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10AFA-4E15-C108-95A8-C6BAE9DA5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BC1C7-C429-4EB6-B0B4-9E34CF39359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BDDFB-4AFC-583F-7FA3-C1CD3631B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C37F1-4A14-F06F-92A5-14DF6F550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C8B7-4CE6-435B-AC3F-3D618B850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013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40E7-CA84-D42E-B58F-DCF12B519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FD094-6316-AB8C-626B-17DD9531E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524C3-BA0F-4778-0AE0-309A2FF85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BC1C7-C429-4EB6-B0B4-9E34CF39359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3340D-35F0-F253-F9B0-A84FFBF7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A6597-1098-5871-B317-5836EE5F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C8B7-4CE6-435B-AC3F-3D618B850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761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3369-693F-7687-32D4-959D0B9CE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920DB-E7DC-5BB3-40F3-DCB67F760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DD116-07AA-8D96-4807-3ED7CD220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BC1C7-C429-4EB6-B0B4-9E34CF39359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DC927-0F8B-134E-47E1-DAB5913A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31DA2-E3D6-39ED-7101-E1AB19379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C8B7-4CE6-435B-AC3F-3D618B850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926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17DE3-D17A-6C28-8FF3-F706EC4A0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9BC84-6670-1509-4617-2B85C79CB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85560-E7DC-56CF-12FE-CCFE661C1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7CBAA-2118-FD91-FB6A-12810E387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BC1C7-C429-4EB6-B0B4-9E34CF39359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A5FB9-984C-004F-E18B-F3E8A4BC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FFD33-3E08-CF80-7AF3-9DC76EAD9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C8B7-4CE6-435B-AC3F-3D618B850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454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808F4-B387-DF83-1CA2-CEC741D11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CF9C0-FCE7-BB90-F5D1-0F10D84C0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423B5-D19A-D49D-F75C-587DE54C8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F2555-193D-3190-CC41-4A58A5D7B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3C9029-231C-5077-939E-62376050E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81C707-C1EF-B01B-79A5-AC5E11990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BC1C7-C429-4EB6-B0B4-9E34CF39359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5AC2A6-2DFD-F27D-800C-769DD8074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C6268E-2807-B1D5-47E3-A8D4EA6B1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C8B7-4CE6-435B-AC3F-3D618B850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136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6114-0471-1480-0507-9D77E5D3F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C95A70-5074-EB51-8BEE-237009DBA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BC1C7-C429-4EB6-B0B4-9E34CF39359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98E7D-47CE-ED17-AC1B-C3E79C7F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2A6A5-72C1-7902-2AE3-C65E96C9E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C8B7-4CE6-435B-AC3F-3D618B850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22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4679D7-0030-70A0-20B8-C971C4CFE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BC1C7-C429-4EB6-B0B4-9E34CF39359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9C3917-B4E8-38DF-A264-7655F0A26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63050-19FC-2C5C-0729-1F6144942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C8B7-4CE6-435B-AC3F-3D618B850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033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13BC-390A-6606-DC8E-DAC8D66A7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170D0-9C1C-2837-70D4-E2ABAAF12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218E4-CAF1-7D10-AB29-5F52A7686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898DA-F343-1910-63C0-A2D028316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BC1C7-C429-4EB6-B0B4-9E34CF39359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42B8A-1C60-9606-60B1-9E0E7F567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D4254-1CF0-51CA-DF80-47B20645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C8B7-4CE6-435B-AC3F-3D618B850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360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F2859-F730-F4EF-DD2B-7CB367C41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163B6C-7A3C-D38A-408F-FE1134C1F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2EB90-B40F-1864-C304-A5500CF5A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8ABB8-3497-7838-D617-3E1A0A7C2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BC1C7-C429-4EB6-B0B4-9E34CF39359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108B0-2AA7-6C90-D853-814D9EF27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D8D60-E396-9BDF-029B-EB4E917D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C8B7-4CE6-435B-AC3F-3D618B850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92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64BC-A8E4-7902-6E16-F8DE75AD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E1DD7-F549-4D4F-DCB9-0C3969D1F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65F0F-7C08-FB04-6FD0-954E517B0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BC1C7-C429-4EB6-B0B4-9E34CF39359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C28AE-FD30-4B85-C4DB-D1A96E663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475D5-660F-0D37-D214-CF9B950A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C8B7-4CE6-435B-AC3F-3D618B850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05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EA0BF4-0FD0-112F-4E3A-EFFE9AF7B6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7F72A-B201-78F0-71B0-4D953564C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B9435-8EE5-BF42-5EC5-44C6BB8F0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BC1C7-C429-4EB6-B0B4-9E34CF39359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4AE19-0A90-A0AF-8FB2-9937AE44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3B4B5-5E2E-1AF6-150B-761A9CA9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C8B7-4CE6-435B-AC3F-3D618B850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61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72F7BA-CC03-AB28-424E-FDA90DB9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EF44F-FCDE-BD81-50F9-E8A7BE4FD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4D3EA-11B7-412C-896C-EEF9B093C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BC1C7-C429-4EB6-B0B4-9E34CF39359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9E8EA-28D4-1033-8CD2-BF310A05EA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C65CD-DFDF-FCA5-D256-0AA272391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5C8B7-4CE6-435B-AC3F-3D618B850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305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78327-68D1-8BAD-845D-F8AC9C2046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B431F-3EA1-5BF1-8F65-1C88018FE1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632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8524-C96A-55AE-117E-4C5187B71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FC534B-6B21-0612-925C-15E992A61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8272B4-1A7F-4876-875C-C879599A8C43}"/>
              </a:ext>
            </a:extLst>
          </p:cNvPr>
          <p:cNvSpPr txBox="1"/>
          <p:nvPr/>
        </p:nvSpPr>
        <p:spPr>
          <a:xfrm>
            <a:off x="642937" y="448469"/>
            <a:ext cx="864155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400" b="1" i="0" dirty="0">
                <a:effectLst/>
                <a:latin typeface="Open Sans" panose="020B0606030504020204" pitchFamily="34" charset="0"/>
              </a:rPr>
              <a:t>స్తుతి స్తోత్రములు చెల్లిం తుము-</a:t>
            </a:r>
            <a:endParaRPr lang="en-GB" sz="4400" b="1" i="0" dirty="0">
              <a:effectLst/>
              <a:latin typeface="Open Sans" panose="020B0606030504020204" pitchFamily="34" charset="0"/>
            </a:endParaRPr>
          </a:p>
          <a:p>
            <a:pPr algn="ctr"/>
            <a:r>
              <a:rPr lang="te-IN" sz="4400" b="1" i="0" dirty="0">
                <a:effectLst/>
                <a:latin typeface="Open Sans" panose="020B0606030504020204" pitchFamily="34" charset="0"/>
              </a:rPr>
              <a:t>స్తుతి గీతమునే పాడెదము</a:t>
            </a:r>
            <a:endParaRPr lang="en-GB" sz="4400" b="1" i="0" dirty="0">
              <a:effectLst/>
              <a:latin typeface="Open Sans" panose="020B0606030504020204" pitchFamily="34" charset="0"/>
            </a:endParaRPr>
          </a:p>
          <a:p>
            <a:pPr algn="ctr"/>
            <a:r>
              <a:rPr lang="te-IN" sz="4400" b="1" i="0" dirty="0">
                <a:solidFill>
                  <a:srgbClr val="3F3A46"/>
                </a:solidFill>
                <a:effectLst/>
                <a:latin typeface="Open Sans" panose="020B0606030504020204" pitchFamily="34" charset="0"/>
              </a:rPr>
              <a:t>హోసన్నాహోసన్నాహోసన్నాహోసన్నా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17512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ACE5-F815-6358-9667-09C02B2F2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F84730-7650-1C72-5ED2-CB7C288C4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9101E7-2769-46B0-C702-9DC59F820139}"/>
              </a:ext>
            </a:extLst>
          </p:cNvPr>
          <p:cNvSpPr txBox="1"/>
          <p:nvPr/>
        </p:nvSpPr>
        <p:spPr>
          <a:xfrm>
            <a:off x="5601889" y="199370"/>
            <a:ext cx="625673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solidFill>
                  <a:srgbClr val="3F3A46"/>
                </a:solidFill>
                <a:effectLst/>
                <a:latin typeface="Open Sans" panose="020B0606030504020204" pitchFamily="34" charset="0"/>
              </a:rPr>
              <a:t>1.ప్రభు ప్రేమకు నే పాత్రుడనా -ప్రభు కృపలకు నేనర్హుడనా</a:t>
            </a:r>
            <a:br>
              <a:rPr lang="te-IN" sz="4000" dirty="0"/>
            </a:br>
            <a:r>
              <a:rPr lang="te-IN" sz="4000" b="1" i="0" dirty="0">
                <a:solidFill>
                  <a:srgbClr val="3F3A46"/>
                </a:solidFill>
                <a:effectLst/>
                <a:latin typeface="Open Sans" panose="020B0606030504020204" pitchFamily="34" charset="0"/>
              </a:rPr>
              <a:t>నను కరుణించిన నా యేసుని -నా జీవిత కాలమంత స్తుతించెదను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02658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57B88-D9FA-D65C-2C43-EB79E909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00AC7A-E055-3A9F-2230-3AF1DF3F37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1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E5FE64-367F-CED9-E682-0C6FD18F2225}"/>
              </a:ext>
            </a:extLst>
          </p:cNvPr>
          <p:cNvSpPr txBox="1"/>
          <p:nvPr/>
        </p:nvSpPr>
        <p:spPr>
          <a:xfrm>
            <a:off x="966787" y="105638"/>
            <a:ext cx="987980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GB" sz="4000" b="1" i="0" dirty="0">
              <a:effectLst/>
              <a:latin typeface="Open Sans" panose="020B0606030504020204" pitchFamily="34" charset="0"/>
            </a:endParaRPr>
          </a:p>
          <a:p>
            <a:pPr algn="ctr"/>
            <a:r>
              <a:rPr lang="te-IN" sz="4000" b="1" i="0" dirty="0">
                <a:effectLst/>
                <a:latin typeface="Open Sans" panose="020B0606030504020204" pitchFamily="34" charset="0"/>
              </a:rPr>
              <a:t>2.యేసుని ప్రేమను చాటెదను -నా యేసుని కృపలను</a:t>
            </a:r>
            <a:br>
              <a:rPr lang="te-IN" sz="4000" b="1" dirty="0"/>
            </a:br>
            <a:r>
              <a:rPr lang="te-IN" sz="4000" b="1" i="0" dirty="0">
                <a:effectLst/>
                <a:latin typeface="Open Sans" panose="020B0606030504020204" pitchFamily="34" charset="0"/>
              </a:rPr>
              <a:t>ప్రకటింతును</a:t>
            </a:r>
            <a:r>
              <a:rPr lang="en-GB" sz="4000" b="1" i="0" dirty="0">
                <a:effectLst/>
                <a:latin typeface="Open Sans" panose="020B0606030504020204" pitchFamily="34" charset="0"/>
              </a:rPr>
              <a:t> </a:t>
            </a:r>
          </a:p>
          <a:p>
            <a:pPr algn="ctr"/>
            <a:r>
              <a:rPr lang="te-IN" sz="4000" b="1" i="0" dirty="0">
                <a:effectLst/>
                <a:latin typeface="Open Sans" panose="020B0606030504020204" pitchFamily="34" charset="0"/>
              </a:rPr>
              <a:t>యేసుకై సాక్షిగా నేనుందును -నా యేసు కొరకె</a:t>
            </a:r>
            <a:endParaRPr lang="en-GB" sz="4000" b="1" i="0" dirty="0">
              <a:effectLst/>
              <a:latin typeface="Open Sans" panose="020B0606030504020204" pitchFamily="34" charset="0"/>
            </a:endParaRPr>
          </a:p>
          <a:p>
            <a:pPr algn="ctr"/>
            <a:r>
              <a:rPr lang="te-IN" sz="4000" b="1" i="0" dirty="0">
                <a:effectLst/>
                <a:latin typeface="Open Sans" panose="020B0606030504020204" pitchFamily="34" charset="0"/>
              </a:rPr>
              <a:t> నే</a:t>
            </a:r>
            <a:r>
              <a:rPr lang="en-GB" sz="4000" b="1" i="0" dirty="0">
                <a:effectLst/>
                <a:latin typeface="Open Sans" panose="020B0606030504020204" pitchFamily="34" charset="0"/>
              </a:rPr>
              <a:t> </a:t>
            </a:r>
            <a:r>
              <a:rPr lang="te-IN" sz="4000" b="1" i="0" dirty="0">
                <a:effectLst/>
                <a:latin typeface="Open Sans" panose="020B0606030504020204" pitchFamily="34" charset="0"/>
              </a:rPr>
              <a:t>జీవింతును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568595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2025-09-28T08:19:38Z</dcterms:created>
  <dcterms:modified xsi:type="dcterms:W3CDTF">2025-09-28T08:19:39Z</dcterms:modified>
</cp:coreProperties>
</file>