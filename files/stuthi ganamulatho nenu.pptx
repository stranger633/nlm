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3C49-A6A5-B034-BB1A-2912D0D9D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9DF21-0653-6A01-AE07-F61E8A852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18E4-56CA-8C59-63FE-F307F677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67187-D1BF-CDD4-78FD-ACAB3537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30DF5-8EEB-BCB1-D049-11F411CE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F0575-05C1-3F65-9383-3EADB3C9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EDCE7-F2B5-CBA4-2DFB-EFD699B2D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B85F0-74EF-880C-181B-A1468E11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E1EAA-006B-DA6F-A945-81CB43AD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E546A-7F40-675A-BBA8-53781886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439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56A75-D376-E7FD-8832-A03BD02F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5DE58-54F8-296C-C94D-58620F870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EB590-57D0-3411-F9B1-082E0FCC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D0F54-E0E5-155E-D4D8-C7A04524D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6B255-182C-0F6C-B9BD-6E5FFC4A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155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9583-BCFF-8D32-0145-4333C86E8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6B801-7FCA-CE3B-9E84-6AA959EA2F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0FCFF-3B62-C348-E1E5-AF3ED83D0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ED8A9-3A3F-1814-C035-637080F1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E6FB3-954E-3A13-0810-C685EDDC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A48603-F3C4-13DB-AF6C-06B8F675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10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E5BD9-2425-EA2B-7E9A-92997818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D3002-9C5F-E2B0-5300-1D6DE472E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7AE9A-D991-E24A-9717-51644C0EC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48ABC-18AA-B25B-CAC5-3365FBEE6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FB69D-F608-DF46-6F14-2894F70078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B9A743-E63A-0907-6C47-B9CEE927D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2D4CF-A34F-B2BD-7C8F-02886793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1F7A3B-8980-E023-4BA7-9941B09B6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12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3B0F-CCA6-A505-104F-12491FC3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F8EB05-8D86-8324-0097-F701CCE4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9056F-3852-EE9D-1517-163463379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F38C85-9066-0CFC-4FA7-DF29439F0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04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F73C83-55D9-9E32-2126-E087EDA28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D0D18-B221-65FA-CAAA-83D7062C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7547E-E06F-A54D-8429-9B512276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961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1064-10DB-90DF-F4AA-E299A568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9A3B0-F551-351C-799D-61C87D88E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808FE-3131-4A36-A89D-DC115E370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4A1BC-7573-096F-5AF8-CDDFA0284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941FB-BD9D-B365-D166-970D9447F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D05AF-3A22-F288-FBEB-C7E86C2C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020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D705-369A-2A61-34B6-9E41A1E5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DA98A-3EF8-E1E6-99C7-19A74C11E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E05FB-464A-733E-724E-641E38175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3A531-34D9-2B9B-DCFF-90AC31AF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926D3-CD58-BD34-C4CC-F60A6C64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F0D07-0DB8-0FE7-F6C7-4ED85155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55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A64A-B7C6-5AA1-F69A-51C45E23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2F944-A689-FEE7-0FEB-592F12E34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D63E3-6B6C-E587-A257-EB427E7C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7AA34-0786-009A-060F-7629C80F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23494-9308-81A5-061D-8941914F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05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E43175-BF32-29BD-2F3E-C17B3FA30D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F1891-0496-EA20-A922-CAAE7BE5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41C40-0AA6-6DF4-0F6F-35AB63E3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EBDB8-E5AB-3A02-7BB7-6915A516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86D22-1BFC-9E75-DF68-569E29F6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06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CABC8-5F46-4D37-5333-0ECF1DF96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7C436-C229-A7A8-C7D3-53653A765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AC96F-735F-801E-8EAB-169F048FFB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1E597-1295-47AC-BF86-32991D2FCC54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21F3B-E635-356E-87BC-CF037D5AA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5FDD2-9855-212A-79A6-4F13085718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0C9A05-87CA-4B09-A2AE-85795159C2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683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98A9-2F4E-0B0A-2508-C790B70F2C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3E46F-7551-F9ED-AC19-7C2F0C8312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64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B249F-989E-0692-A19B-5944D03AAD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CD3E70-B9EA-30CF-C9F3-4E1BD1A460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8840C-13D2-C40B-82FF-71B44B59E5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6C584F-219F-73DF-7259-1E6043B97257}"/>
              </a:ext>
            </a:extLst>
          </p:cNvPr>
          <p:cNvSpPr txBox="1"/>
          <p:nvPr/>
        </p:nvSpPr>
        <p:spPr>
          <a:xfrm>
            <a:off x="1690688" y="124163"/>
            <a:ext cx="96559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i="0" dirty="0">
                <a:effectLst/>
                <a:latin typeface="Open Sans" panose="02000000000000000000" pitchFamily="2" charset="0"/>
              </a:rPr>
              <a:t>స్తుతి గానములతో నేను - నా దేవునీ స్తుతించెదనూ</a:t>
            </a:r>
            <a:br>
              <a:rPr lang="te-IN" sz="4400" dirty="0"/>
            </a:br>
            <a:r>
              <a:rPr lang="te-IN" sz="4400" b="1" i="0" dirty="0">
                <a:effectLst/>
                <a:latin typeface="Open Sans" panose="02000000000000000000" pitchFamily="2" charset="0"/>
              </a:rPr>
              <a:t>నీ జీవితమంతా ప్రభు కొరకై- నేయిల జీవించెదనూ</a:t>
            </a:r>
            <a:br>
              <a:rPr lang="te-IN" sz="4400" dirty="0"/>
            </a:br>
            <a:r>
              <a:rPr lang="te-IN" sz="4400" b="1" i="0" dirty="0">
                <a:effectLst/>
                <a:latin typeface="Open Sans" panose="02000000000000000000" pitchFamily="2" charset="0"/>
              </a:rPr>
              <a:t>ప్రభూ కొరకై నిలచెదనూ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4264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DB40E-CA6B-C5AB-CCA1-874A8092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7AE908F-9D66-35BD-014E-237A27A8B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667BC9-85A2-739A-E071-EBED42FB5C40}"/>
              </a:ext>
            </a:extLst>
          </p:cNvPr>
          <p:cNvSpPr txBox="1"/>
          <p:nvPr/>
        </p:nvSpPr>
        <p:spPr>
          <a:xfrm>
            <a:off x="504824" y="252708"/>
            <a:ext cx="977026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Open Sans" panose="020B0606030504020204" pitchFamily="34" charset="0"/>
              </a:rPr>
              <a:t>1.అది అంతము నీవే .... ఆధార భూతుడ నీవే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Open Sans" panose="020B0606030504020204" pitchFamily="34" charset="0"/>
              </a:rPr>
              <a:t>ప్రతి జీవిని ప్రేమించి పోషించు ప్రాణదాత నీవే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Open Sans" panose="020B0606030504020204" pitchFamily="34" charset="0"/>
              </a:rPr>
              <a:t>నీ ప్రేమలో ... నీ నీడలో నిలుపుము నీకే స్తోత్రము ||స్తుతి||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964972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5020-EFA8-AEF7-BD12-5190E334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43A70C9-4AE7-3071-A411-84E62BFE2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0865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D72489-A60C-373F-E28F-451383201DA3}"/>
              </a:ext>
            </a:extLst>
          </p:cNvPr>
          <p:cNvSpPr txBox="1"/>
          <p:nvPr/>
        </p:nvSpPr>
        <p:spPr>
          <a:xfrm>
            <a:off x="689073" y="4550865"/>
            <a:ext cx="1081385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2.లోకమంత నీరాకకై వేచి యుండెను నా ప్రభూ</a:t>
            </a:r>
            <a:br>
              <a:rPr lang="te-IN" sz="4400" b="1" dirty="0">
                <a:solidFill>
                  <a:schemeClr val="bg1"/>
                </a:solidFill>
              </a:rPr>
            </a:br>
            <a:r>
              <a:rPr lang="te-IN" sz="4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మేఘ వాహనంబు మీద మేటి దూత గణముల తోడా</a:t>
            </a:r>
            <a:br>
              <a:rPr lang="te-IN" sz="4400" b="1" dirty="0">
                <a:solidFill>
                  <a:schemeClr val="bg1"/>
                </a:solidFill>
              </a:rPr>
            </a:br>
            <a:r>
              <a:rPr lang="te-IN" sz="44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వేవేగమే రానైయున్న రారాజా- నీకై స్తోత్రము ||స్తుతి||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3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2025-09-28T07:45:17Z</dcterms:created>
  <dcterms:modified xsi:type="dcterms:W3CDTF">2025-09-28T07:45:17Z</dcterms:modified>
</cp:coreProperties>
</file>