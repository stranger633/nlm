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B59E-DF18-A881-C654-801D5142E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127F4-76FF-B211-3831-E286888F2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98A7E-AC5A-74EB-7F12-849562FE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E8BEF-946B-8CCE-6711-FD5C2181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BE31-D2DE-63BD-05CA-B1D289531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50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4884-4D98-BD74-B636-101F3E46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CCCE4-9586-BFB0-6176-4E28F7FE5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5EBE2-6C3A-52CB-DDF1-0FAA53A4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9B77C-AEC3-623B-1CFE-81C66B19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04A22-9974-12D1-5FD1-E3E155DD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51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92D2-D62C-ED0C-85C2-3C0C6B92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98E2B-1E49-EFF0-729A-4A6926770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116D0-C7F6-A982-5925-7F349018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F251C-9C51-36E6-9A90-3976446CC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6EC42-D304-D019-65FF-F0D8D4E9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9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49E9-7C32-B73A-742C-C0976458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1566B-B176-E8F2-9B6F-5E56AB002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DA635-A54F-407C-4BEF-D538E6DE0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25605-A74C-1989-3E92-F4E5E4FF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AE814-6DD6-8649-04B5-4886596C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1FECB-987D-38AD-DE96-2D0E2EAA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116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BF79-0220-A394-33A5-19B32B42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A00C0-336D-2BAF-038D-61520EF92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02C16-CDC3-8353-55FD-E6A684683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516F0-5C89-C9F5-27BF-025B8D7B8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C3AC3-AA71-7DEF-B86D-77F007A87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6466E7-79E0-1EAE-43E1-A785C9674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C616E-B223-0B92-6695-919D4D9E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90F26C-6ECA-4BA2-F63F-DD444540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61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F4ED-1DE6-125B-B3B0-F64A50A1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23C2BD-9A12-B054-BA66-A3D5A9F8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F619F-654D-3356-0627-EEAEE987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0401F-EAB1-F79F-C447-DC748DFD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6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2FDF9-4828-05CE-672A-8CAD3D6C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2ED80-426D-9274-C58D-4376C5B6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783CE-8CA6-07B2-14F2-E9407B84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36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D7D1-7AF0-881A-8264-C69B2A60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D0BF-025C-FCA6-940E-D10481D8B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0F304-F8D3-6984-1C2D-7464EE35B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B55E9-0E14-94F9-079B-21A377C8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73F97-E1AC-7C63-B927-78E9A55F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92377-E9BE-811C-60B5-3274783C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0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4134-5EAF-4E14-EF71-B611AE03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171F0-9433-75AB-4605-66E2354C8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CF876-D579-F215-731D-B0B29CDCA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AE2DA-5EC1-2734-15CB-B029554E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CFBEA-87FF-EFDD-7E3E-771CA823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50BA5-14E7-A34F-1D97-3C2C0594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3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D27F0-E0F2-CD9E-65F9-CB2E331D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8BE68-0B3F-22B0-555B-9A2E93474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7F71D-BE91-6E23-EA82-E906C5C0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F2071-F416-6174-F356-BCBFA34B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0628C-8732-87FE-D2A1-99900F1F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64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23F05-0771-6ACD-DF4F-E3498529D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D7F60-4D3B-FB55-C329-3CBB3F4AB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DAD9E-42E0-69E5-645B-B4A1E444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F8F4-A8A7-5318-0C8D-95A6411C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B40D-898D-C6E0-7FE2-9C6CE625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23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E441E-DDB3-7F73-27A7-0D7892D57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50731-75DB-E991-17CA-852A42374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94F50-4655-813F-160C-B1356F43C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78A3-6DDF-42D9-8574-AB6E7844569B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1DECB-27C6-D4AD-6B21-ABAE49148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09B9D-668A-E032-2B97-B23EE5140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BD92-F5BB-4748-853B-BFB2238CF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03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1183-5093-7944-221D-0AEFFF9F82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721DF-C3B0-4DA0-00A6-E473F37233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569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02B9-15D3-608E-744C-B3DE68EF3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5A1D0-47D0-F1AF-6060-C3C1E13C7D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20AAF-004A-EAEF-BCEE-C1408E538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7D6913-33AE-1528-A062-EB035B6187ED}"/>
              </a:ext>
            </a:extLst>
          </p:cNvPr>
          <p:cNvSpPr txBox="1"/>
          <p:nvPr/>
        </p:nvSpPr>
        <p:spPr>
          <a:xfrm>
            <a:off x="255984" y="594469"/>
            <a:ext cx="1168003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dirty="0"/>
              <a:t>ఓ హల్లెలూయా ఓ హల్లెలూయని</a:t>
            </a:r>
            <a:endParaRPr lang="en-GB" sz="4400" b="1" dirty="0"/>
          </a:p>
          <a:p>
            <a:pPr algn="ctr"/>
            <a:r>
              <a:rPr lang="te-IN" sz="4400" b="1" dirty="0"/>
              <a:t>స్తోత్రాలాపన చేసెదన్ (2)</a:t>
            </a:r>
            <a:endParaRPr lang="en-GB" sz="4400" b="1" dirty="0"/>
          </a:p>
          <a:p>
            <a:pPr algn="ctr"/>
            <a:r>
              <a:rPr lang="te-IN" sz="4400" b="1" dirty="0"/>
              <a:t>స్తోత్రము - స్తోత్రము - స్తోత్రము - స్తోత్రము (2)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784693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1053-43F0-87F8-BCBC-1EDEEB87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3D02BC-6AD1-E384-CEC4-B8ED876D1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DB396A-3F24-51D9-3CF4-C935FAC4E094}"/>
              </a:ext>
            </a:extLst>
          </p:cNvPr>
          <p:cNvSpPr txBox="1"/>
          <p:nvPr/>
        </p:nvSpPr>
        <p:spPr>
          <a:xfrm>
            <a:off x="1690688" y="170943"/>
            <a:ext cx="91678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dirty="0"/>
              <a:t>1.నీవు నా సొత్తని పేరు పెట్టి నన్ను</a:t>
            </a:r>
            <a:endParaRPr lang="en-GB" sz="4400" b="1" dirty="0"/>
          </a:p>
          <a:p>
            <a:pPr algn="ctr"/>
            <a:r>
              <a:rPr lang="te-IN" sz="4400" b="1" dirty="0"/>
              <a:t>పిలచిన తండ్రి స్తోత్రము (2)</a:t>
            </a:r>
            <a:endParaRPr lang="en-GB" sz="4400" b="1" dirty="0"/>
          </a:p>
          <a:p>
            <a:pPr algn="ctr"/>
            <a:r>
              <a:rPr lang="te-IN" sz="4400" b="1" dirty="0"/>
              <a:t>ప్రత్యేకపరచి కృపచేత నన్ను</a:t>
            </a:r>
            <a:endParaRPr lang="en-GB" sz="4400" b="1" dirty="0"/>
          </a:p>
          <a:p>
            <a:pPr algn="ctr"/>
            <a:r>
              <a:rPr lang="te-IN" sz="4400" b="1" dirty="0"/>
              <a:t>పిలచిన తండ్రి స్తోత్రము (2)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35962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03C0-DB0A-2297-3C55-E8F11D94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B817DF-8751-14D4-4DD1-8FF71269F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9675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7C020C-72AA-6462-30FA-1EE3604F0E42}"/>
              </a:ext>
            </a:extLst>
          </p:cNvPr>
          <p:cNvSpPr txBox="1"/>
          <p:nvPr/>
        </p:nvSpPr>
        <p:spPr>
          <a:xfrm>
            <a:off x="1428750" y="230475"/>
            <a:ext cx="81795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dirty="0">
                <a:solidFill>
                  <a:schemeClr val="bg1"/>
                </a:solidFill>
              </a:rPr>
              <a:t>2.ఆశ్చర్యమైన నీ వెలుగులోనికి </a:t>
            </a:r>
            <a:endParaRPr lang="en-GB" sz="4000" b="1" dirty="0">
              <a:solidFill>
                <a:schemeClr val="bg1"/>
              </a:solidFill>
            </a:endParaRPr>
          </a:p>
          <a:p>
            <a:pPr algn="ctr"/>
            <a:r>
              <a:rPr lang="te-IN" sz="4000" b="1" dirty="0">
                <a:solidFill>
                  <a:schemeClr val="bg1"/>
                </a:solidFill>
              </a:rPr>
              <a:t>పిలచిన తండ్రి స్తోత్రము (2)</a:t>
            </a:r>
            <a:endParaRPr lang="en-GB" sz="4000" b="1" dirty="0">
              <a:solidFill>
                <a:schemeClr val="bg1"/>
              </a:solidFill>
            </a:endParaRPr>
          </a:p>
          <a:p>
            <a:pPr algn="ctr"/>
            <a:r>
              <a:rPr lang="te-IN" sz="4000" b="1" dirty="0">
                <a:solidFill>
                  <a:schemeClr val="bg1"/>
                </a:solidFill>
              </a:rPr>
              <a:t>ఏర్పరచబడిన పరిశుద్ధ జనముగ</a:t>
            </a:r>
            <a:endParaRPr lang="en-GB" sz="4000" b="1" dirty="0">
              <a:solidFill>
                <a:schemeClr val="bg1"/>
              </a:solidFill>
            </a:endParaRPr>
          </a:p>
          <a:p>
            <a:pPr algn="ctr"/>
            <a:r>
              <a:rPr lang="te-IN" sz="4000" b="1" dirty="0">
                <a:solidFill>
                  <a:schemeClr val="bg1"/>
                </a:solidFill>
              </a:rPr>
              <a:t> పిలచిన తండ్రి స్తోత్రము (2)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37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2025-09-28T08:30:47Z</dcterms:created>
  <dcterms:modified xsi:type="dcterms:W3CDTF">2025-09-28T08:30:47Z</dcterms:modified>
</cp:coreProperties>
</file>