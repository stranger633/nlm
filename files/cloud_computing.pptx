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E47BD-3A1C-4D7D-87EA-8F47E9784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ABA64-B414-4D63-A843-5823CFA4B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DEFE8-05D4-478E-A7E2-0C05DF4FD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6C4B-606B-49A6-B8E5-BB901D619885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19C5C-F0F6-487A-BD03-116FF829D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B038F-2356-424A-97A0-E79C1173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C5659-9607-4927-B02F-39A784ADD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162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7A6B6-9D9B-46A2-A65B-BA6762959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E1032-577E-4479-8FB8-285B3C8BE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E041-AFEB-4F7A-8A21-54447383A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6C4B-606B-49A6-B8E5-BB901D619885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72C64-99B1-49F6-83D9-34CA881C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A6103-B886-43FD-B125-6ECE4638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C5659-9607-4927-B02F-39A784ADD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56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89C9A-D146-4014-923F-4CC11CB2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E0AC9-665C-4F7C-BCB6-848D0DB09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D9DB2-86C5-43E1-9589-8C852907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6C4B-606B-49A6-B8E5-BB901D619885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75ED1-3480-44BE-A254-D49DBFD85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77EFD-EE3E-4EE6-88B4-C7F81EDB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C5659-9607-4927-B02F-39A784ADD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961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AF64-21BC-4EFE-A240-E78B99388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5BB92-A7DB-447A-8BC9-066BF402C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4154-96EC-4219-A0FF-0DA513DAE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9EBE7-E0C3-43BC-A9F6-F481732AF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6C4B-606B-49A6-B8E5-BB901D619885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7FCA4-2F8E-47B7-948D-CE29EAA8D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AA55C-551D-43DE-8B0F-13DFC089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C5659-9607-4927-B02F-39A784ADD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519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78F7F-805A-4280-A26E-D68426DA4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F770B-75C6-4B48-AF0A-67970B258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582E1-0BEF-41CB-B58D-A1709069E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5F3ABA-D481-4A86-A24D-024964507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9F710-B688-4F32-8D20-7EB2F8380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01FD85-993B-412E-AC27-6537EE86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6C4B-606B-49A6-B8E5-BB901D619885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9E74F-D1F8-4192-86EC-21E5EBEE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967B5-B1D0-402D-99AE-B612ECB4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C5659-9607-4927-B02F-39A784ADD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658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3583-4299-4405-98A9-D320CD784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37336-3D81-482E-B2EB-396508B8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6C4B-606B-49A6-B8E5-BB901D619885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8BDF5-CD1A-44BF-ADB1-2D9149E67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B3B3D-58CE-4D6A-938A-135E9AB0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C5659-9607-4927-B02F-39A784ADD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723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F4E4C2-C15F-4FE8-ADF7-5D135B14F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6C4B-606B-49A6-B8E5-BB901D619885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6CD872-5D12-4324-AF67-A15B0FBCA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BBE6A-C83B-4716-89C8-6BE110E3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C5659-9607-4927-B02F-39A784ADD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880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A3C4-FD10-4754-8407-33863B09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126D6-93CF-4077-8E4B-E6F5DFB71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1DD68-9D2B-4537-A6C7-4FF6AFB15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332FA-C1FA-4313-B88B-C41EC911A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6C4B-606B-49A6-B8E5-BB901D619885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E4AA0-82C5-468D-8535-87742D91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68C58-4262-4F1D-B72D-5FC8A6981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C5659-9607-4927-B02F-39A784ADD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65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359D0-2144-4DD6-B30B-AA9949723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1708CB-AF03-4415-A65D-A1816284E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A9215-75CC-43D5-B581-C5D65106C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8F4B5-13F4-472E-BBA3-EE7DA5A0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6C4B-606B-49A6-B8E5-BB901D619885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2246B-F10E-44BF-AE36-7FCF8B070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C0EF8-9DFB-4CA4-9A08-EFC99FB59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C5659-9607-4927-B02F-39A784ADD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77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BB7B-ADD0-4AC5-B39E-E2C3BE903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F072E-DF3F-4658-A4DC-8CB6F5A61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24CF0-2E70-46AF-97DC-DC700F7CE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6C4B-606B-49A6-B8E5-BB901D619885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2A080-3D6C-4557-BB54-789C1D78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2B310-B54F-4DF4-9DD4-F19BB530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C5659-9607-4927-B02F-39A784ADD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660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711C21-FBAB-458F-B363-F48AA2FDAA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C4751-AC35-4F24-910B-599C98688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5772A-C172-419A-A724-97B487F0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6C4B-606B-49A6-B8E5-BB901D619885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A1D7F-744C-4AE9-A0F7-6B1D4856A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07695-9C5A-4A6E-A86B-03C30D163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C5659-9607-4927-B02F-39A784ADD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626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DFB044-967E-441A-B8FC-109BDDB9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169F4-5803-4A6E-AE16-98C6CA0B7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598F7-1FF7-462E-B075-296D6F25A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36C4B-606B-49A6-B8E5-BB901D619885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1B2F-7500-4A09-89AB-975E40F80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A9B84-FD38-4DB7-AC31-78AA290CF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C5659-9607-4927-B02F-39A784ADD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076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A0168-5DBB-4D42-A7B0-F941C8042F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This is </a:t>
            </a:r>
            <a:r>
              <a:rPr lang="en-IN"/>
              <a:t>cloud computing	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42F14-5148-47FB-8512-D43185EEC0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546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This is cloud computing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cloud computing</dc:title>
  <dc:creator>A A K A S H</dc:creator>
  <cp:lastModifiedBy>A A K A S H</cp:lastModifiedBy>
  <cp:revision>2</cp:revision>
  <dcterms:created xsi:type="dcterms:W3CDTF">2026-03-07T04:56:16Z</dcterms:created>
  <dcterms:modified xsi:type="dcterms:W3CDTF">2026-03-07T04:56:35Z</dcterms:modified>
</cp:coreProperties>
</file>