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h31kGkcLS5JfdRUdD39mITMsj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937" l="0" r="0" t="1938"/>
          <a:stretch/>
        </p:blipFill>
        <p:spPr>
          <a:xfrm>
            <a:off x="-71919" y="0"/>
            <a:ext cx="12370085" cy="702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7" name="Google Shape;9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244" l="0" r="0" t="124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03" name="Google Shape;10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082" l="841" r="1560" t="3546"/>
          <a:stretch/>
        </p:blipFill>
        <p:spPr>
          <a:xfrm>
            <a:off x="0" y="0"/>
            <a:ext cx="121778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09" name="Google Shape;10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322" l="590" r="1910" t="164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5" name="Google Shape;11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213" l="758" r="1319" t="217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21" name="Google Shape;121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070" l="757" r="1236" t="2697"/>
          <a:stretch/>
        </p:blipFill>
        <p:spPr>
          <a:xfrm>
            <a:off x="-10790" y="0"/>
            <a:ext cx="122136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27" name="Google Shape;127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172" l="589" r="814" t="119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33" name="Google Shape;13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776" l="674" r="730" t="1777"/>
          <a:stretch/>
        </p:blipFill>
        <p:spPr>
          <a:xfrm>
            <a:off x="1" y="0"/>
            <a:ext cx="12192000" cy="6858000"/>
          </a:xfrm>
          <a:prstGeom prst="snip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2025-09-28T07:41:26Z</dcterms:created>
  <dc:creator>AAKASH INTI</dc:creator>
</cp:coreProperties>
</file>