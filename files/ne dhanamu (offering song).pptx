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71" r:id="rId3"/>
    <p:sldId id="373" r:id="rId4"/>
    <p:sldId id="372" r:id="rId5"/>
    <p:sldId id="375" r:id="rId6"/>
    <p:sldId id="376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1D35F-BEB7-4E60-F592-90A157EF6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0A2A89-2819-C1C0-E726-1152532004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15FEE-DC6B-641D-D999-1D2E6CD6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3A793-2978-4044-6101-444FD2107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FE28E9-C622-3FC3-FD7F-1D5C78E7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438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9DEEA-BFDD-9B4B-CD40-BE0446F9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0731C-7BB1-42B1-B6DE-1154B15D7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8AB54-3D10-0C38-6FF9-20D3F16CB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F9AA4-315F-71D4-44E6-A087BABA8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6B880-F338-5F45-CFE5-45DF6E96B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6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93661-25EC-C9AB-81D1-8FC444BAB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4923A-8801-DCA1-6CD1-364D8282C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A0563-00FB-DB6B-34D5-39C8D53C4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B6ADA-C08E-F785-9545-39AC553FF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CC24B-7845-4209-A67E-5E22D859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089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1F2F-E994-F642-C271-CA0047C5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74A39-F0E9-360E-4BE5-6D54899DF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C73396-BBEA-4BC8-2AA1-19044F369E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84BC6-BFB4-7065-DA5C-D31C1F548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52507-682A-D70A-B77C-38414062B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699514-27C2-029F-860C-E71525C33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296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01F1D-67D6-2A43-FF19-8FC3FC21B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E61AAA-994A-0BC8-B308-F0DD28ACF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790FFD-9A98-948D-8CB3-4CE203B973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C340A-4C80-305E-0CEB-F0C6A1B21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E204C3-8F03-0013-05D9-C9CB43F5F0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0C5284-62CA-57E0-6F52-0AEB8D33F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4675FE-5B1F-A90C-B395-CE65C2842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BE30D2-70E7-D00A-38F8-E92103772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97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1E804-082B-86CD-D1B9-AC46E4977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FA9EF6-9C75-D561-7C71-71484D8A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1BAEA1-73B9-1CF0-C8FC-7C283EBAC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2DCBF-E53A-4555-63FF-1B11C249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4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4FA6D-53A6-87F9-0734-7B926DC93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CD0F28-A68B-EA63-C68E-05A09464F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F96A5-2CCF-99E0-7054-6D4995369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735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310C0-6B03-3D3E-D522-0D13AD245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CB508-A0D0-A1FD-050D-EB005B3BA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8F4D75-627D-70F0-FE31-5AC211B89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4DAAEE-378D-A00F-0E1B-B009455B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CDD164-ACCA-04BD-7D9F-79CFC6C3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8FC95-5E73-222C-1387-4EC1BD96B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419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041E-3E1A-E98F-9016-EC1CE7ED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0AB676-9DF0-96D3-A694-C100705E24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AAC09-4224-DF44-ADDE-8A6A73ECE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463CCA-666E-BE1B-D2EA-0E9725F09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8CEDC-21D7-EBC2-9667-DE4F73E5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740F64-19FD-D16D-29B9-70F3AD90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B48C-2478-1FDD-B58C-CC654A7F6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64DE77-C224-B452-D305-27446C14D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8068C-4D34-78E6-A8F5-9109DD39B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537115-1A32-697D-5ADF-FC0BEB4F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BFE40-6FD0-C0BA-AE96-BA9B4C364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48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BFDF0-9DA7-FF2F-4835-5C1F58BDA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7EC0C-072C-C491-14E8-466DF1E01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FF921-4EE1-C6CE-50C1-71E7FE328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CC167-8AB4-2A7B-906F-25501EF23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AD723-5C3E-2169-00CE-E9750CB2F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35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47DE2E-EBE8-B50E-6D14-37A2F1D60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ED39E-3DF3-ADBE-25AB-1A0C61E23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C2779-883D-115C-7745-30A85E3AC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3EFC82-143A-4E37-97CA-51A3E2A8263F}" type="datetimeFigureOut">
              <a:rPr lang="en-IN" smtClean="0"/>
              <a:t>28-09-2025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0B4E5-052A-9FFE-CD36-F215534C3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C33ADF-9129-DC89-0076-1C883CAB04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42C2C-64C2-457F-AED9-8AF631DA2D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3700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45AEF-1E3D-162A-81E5-531092793D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230EC9-C590-BE03-BE9D-F6DD1815D3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793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4B37C-5BD9-44AB-C27B-CEFD14F27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96E7A7-DD33-97F0-CBAB-29289A4C8F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7625"/>
            <a:ext cx="12192000" cy="68103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971481-EA30-E308-B7AE-C75850D999A6}"/>
              </a:ext>
            </a:extLst>
          </p:cNvPr>
          <p:cNvSpPr txBox="1"/>
          <p:nvPr/>
        </p:nvSpPr>
        <p:spPr>
          <a:xfrm>
            <a:off x="238125" y="365125"/>
            <a:ext cx="1123949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400" b="1" i="0" dirty="0">
                <a:effectLst/>
                <a:latin typeface="Lato" panose="020F0502020204030203" pitchFamily="34" charset="0"/>
              </a:rPr>
              <a:t>నీ ధనము నీ ఘనము ప్రభు యేసుదే</a:t>
            </a:r>
            <a:br>
              <a:rPr lang="te-IN" sz="4400" b="1" dirty="0"/>
            </a:br>
            <a:r>
              <a:rPr lang="te-IN" sz="4400" b="1" i="0" dirty="0">
                <a:effectLst/>
                <a:latin typeface="Lato" panose="020F0502020204030203" pitchFamily="34" charset="0"/>
              </a:rPr>
              <a:t>నీ దశమా భాగమునీయ వెనుదీతువా – వెనుదీతువా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681802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9779-EA5F-0628-76F9-601218B07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03DD9CD-DCDF-B3F0-4A58-742C187A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EC1235-B2DD-60D8-5E85-B4CD0025E38D}"/>
              </a:ext>
            </a:extLst>
          </p:cNvPr>
          <p:cNvSpPr txBox="1"/>
          <p:nvPr/>
        </p:nvSpPr>
        <p:spPr>
          <a:xfrm>
            <a:off x="392907" y="365125"/>
            <a:ext cx="6310312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ధరలోన ధన ధాన్యముల నీయగా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కరుణించి కాపాడి రక్షింపగా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పరలోక నాధుండు నీకీయగా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మరి యేసు కొరకీయ వెనుదీతువా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66136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69E7-D0B2-1C08-7C18-2EF7DAB54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84AF633-E109-A274-373C-6749791DB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7A96F1-813C-443E-EA00-5CF477C88DFC}"/>
              </a:ext>
            </a:extLst>
          </p:cNvPr>
          <p:cNvSpPr txBox="1"/>
          <p:nvPr/>
        </p:nvSpPr>
        <p:spPr>
          <a:xfrm>
            <a:off x="559595" y="442526"/>
            <a:ext cx="996076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పాడిపంటలు ప్రభువు నీకీయగా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కూడు గుడ్డలు నీకు దయచేయగా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వేడంగ ప్రభు యేసు నామంబును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గడువేల ప్రభుకీయ నో క్రైస్తవా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689773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4190-8269-383C-98CB-1540B4FCF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5713626-ED56-D147-2291-3F21AB36BE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FCE0ED-752A-8B4C-7C40-EA8916BE4DB7}"/>
              </a:ext>
            </a:extLst>
          </p:cNvPr>
          <p:cNvSpPr txBox="1"/>
          <p:nvPr/>
        </p:nvSpPr>
        <p:spPr>
          <a:xfrm>
            <a:off x="-514081" y="604650"/>
            <a:ext cx="9874897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GB" sz="4000" b="1" i="0" dirty="0">
              <a:effectLst/>
              <a:latin typeface="Lato" panose="020F0502020204030203" pitchFamily="34" charset="0"/>
            </a:endParaRPr>
          </a:p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వెలుగు నీడలు గాలి వర్షంబులు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కలిగించె ప్రభు నీకు ఉచితంబుగా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వెలిగించ ధర పైని ప్రభు నామము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కలిమి కొలది ప్రభున కర్పింపవా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084870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51AA8-2162-8468-FA5B-F6FA769BA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30B33E5-0C28-1918-8A06-8980BD67C0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FF20A39-170D-36D3-6BD8-74AE12ADDFC4}"/>
              </a:ext>
            </a:extLst>
          </p:cNvPr>
          <p:cNvSpPr txBox="1"/>
          <p:nvPr/>
        </p:nvSpPr>
        <p:spPr>
          <a:xfrm>
            <a:off x="261938" y="365125"/>
            <a:ext cx="583406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e-IN" sz="4000" b="1" i="0" dirty="0">
                <a:effectLst/>
                <a:latin typeface="Lato" panose="020F0502020204030203" pitchFamily="34" charset="0"/>
              </a:rPr>
              <a:t>కలిగించె సకలంబు సమృద్దిగా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తొలగించె పలుభాధ భరితంబులు (2)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బలియాయె నీ పాపముల కేసువే</a:t>
            </a:r>
            <a:br>
              <a:rPr lang="te-IN" sz="4000" b="1" dirty="0"/>
            </a:br>
            <a:r>
              <a:rPr lang="te-IN" sz="4000" b="1" i="0" dirty="0">
                <a:effectLst/>
                <a:latin typeface="Lato" panose="020F0502020204030203" pitchFamily="34" charset="0"/>
              </a:rPr>
              <a:t>చెలువంగ ప్రభుకీయ చింతింతువా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199061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</Words>
  <Application>Microsoft Office PowerPoint</Application>
  <PresentationFormat>Widescreen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AAKASH INTI</dc:creator>
  <cp:lastModifiedBy>AAKASH INTI</cp:lastModifiedBy>
  <cp:revision>1</cp:revision>
  <dcterms:created xsi:type="dcterms:W3CDTF">2025-09-28T07:43:15Z</dcterms:created>
  <dcterms:modified xsi:type="dcterms:W3CDTF">2025-09-28T07:43:15Z</dcterms:modified>
</cp:coreProperties>
</file>