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28" d="100"/>
          <a:sy n="28" d="100"/>
        </p:scale>
        <p:origin x="4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11CE-5E15-5CCB-2E4E-04DEBE3DA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645B7-A7FB-176A-BFCC-E94FB83CB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8C7A3-1CF9-A7E1-B2D9-2AFAD628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D50B-33E6-EE98-A96D-999B1FA9E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925CA-D66E-FE89-69B6-4A242211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69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FA8F-DDCA-B9BD-CDDD-3C0BFD96E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2D155-844E-8EF6-231E-BD5CE736E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440A-5A61-5C81-A9F3-81DBEA3C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7631B-02E8-77A1-4F12-4EE80177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3ECCD-5A4B-9B05-2E00-91DD0907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13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7C03F-450E-5666-C98F-06EBCC39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EB172-B13C-C1AB-594B-5E0B80F9E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D2D2-950B-8F5A-CD99-2FE4244F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2793-261C-C222-2CBE-0C567833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36444-01DD-CB82-AF20-6674BD3A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58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6309-E2E3-CC2A-7C47-BF4D3543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73097-BBF6-E92D-889F-E463D80F8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AE367-F533-F53F-3A2E-91D88111F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1ADDB-5380-D09E-22B8-8B6CE5A38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8726E-2FF4-9AD8-69F6-D74B55CB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77BC2-BBB6-6331-6867-7D786D24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10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E9CC-1379-0D62-4CEE-39F461B63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C4A79-38DE-853F-3E23-96C1BBCA9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532E2-5695-E3C2-C440-462601A94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287A2-8D96-9FC7-E50C-CFEFA1E17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CD60B-F161-58EC-9F09-703017DFC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26C560-4B63-9F4F-F7E5-A462C6B3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8D190-8B85-9F95-18B6-2EEDA152C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17379-C5AD-29B8-0A81-B392127E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60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C897-C82E-DE5E-9C12-D7FA1580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119C7-552A-F5C0-A760-3932696A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9AD1F-8D51-3214-2BE4-5FDCBFE0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E9024-A0D9-01B1-4B69-3CCA93E0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38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20912-3710-DD2A-79A9-39F99D29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31746-15CD-7F9E-6530-EDA35684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D9040-FD35-48B0-37D2-BDE48981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58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97FD-4A9F-C00A-7CDA-E0BFC897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6C736-11E2-CD8C-85A7-1D73410BE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9524D-A7B5-8BD7-2B84-388366BF8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430DA-DCBF-71DC-65AF-1AD40C28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8AA91-ABEE-1B45-A6A3-AB83FFBAF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B8380-D576-14A1-1008-3F12AA63E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84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4792-7EC6-0BD0-EAD0-31A0AF541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E2E6EE-1FDD-1D76-726C-5FD9CCF66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FD3A7-2A59-F938-AAA0-E1130E923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679FC-34A0-99B9-EB85-22C8C113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3B7B9-F4EB-7A36-5408-D254A8CE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9C20A-6AC1-6251-B59B-FF83BA3F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12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45D7-CA3A-0085-9FE8-E19F84C6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956D9-7DAF-C782-95DC-724916074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9677E-509F-F875-6860-5EBC3CEB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0DDA5-1739-4CB7-9012-711D9154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461E1-D474-EC84-9714-AE4AC437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05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B63216-7C12-5EE6-99D4-C3FEDB937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A25EC-B0CF-7CBB-BFD2-9C1B6E990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8391-BAC3-9AD8-F281-0C334D58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1736-0C61-5E66-7CD3-1381F6BE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DBA1F-1416-CDDB-EEE0-F48A6409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35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6D010-2EF4-0205-D00A-81A6AF95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6695-F82A-3476-FF5B-80EC36A19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B92E-F243-D662-C76B-3340C9CC4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664FA-0EDE-4AFC-901B-F2F5E6472D2B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D11F-3222-56A2-E052-3FC1C9F45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92BC4-10EA-EB23-2582-69E3B4241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7E2DF-975A-4BC8-A0DB-8E6CEEC66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97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45D5-74DD-3F21-EC79-25DF3A1B3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2C6AB-1C12-3CD8-FEF7-0E40EB1C1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584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6400D-4108-97A1-C87D-84A33AC2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AFBD30-8B9D-0016-2C9B-266AE8C6B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B6885-15AF-415A-8FB8-DE3C3EA61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4642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5D2624-59B4-912A-582D-AB4B94C013DE}"/>
              </a:ext>
            </a:extLst>
          </p:cNvPr>
          <p:cNvSpPr txBox="1"/>
          <p:nvPr/>
        </p:nvSpPr>
        <p:spPr>
          <a:xfrm>
            <a:off x="-2" y="306566"/>
            <a:ext cx="826769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effectLst/>
                <a:latin typeface="Lato" panose="020F0502020204030203" pitchFamily="34" charset="0"/>
              </a:rPr>
              <a:t>ఎల్లవేళలందు – కష్టకాలమందు</a:t>
            </a:r>
            <a:br>
              <a:rPr lang="te-IN" sz="6600" b="1" dirty="0"/>
            </a:br>
            <a:r>
              <a:rPr lang="te-IN" sz="6600" b="1" i="0" dirty="0">
                <a:effectLst/>
                <a:latin typeface="Lato" panose="020F0502020204030203" pitchFamily="34" charset="0"/>
              </a:rPr>
              <a:t>వల్లభుండా యేసున్‌ </a:t>
            </a: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స్తుతింతున్‌</a:t>
            </a:r>
            <a:endParaRPr lang="en-GB" sz="6600" b="1" dirty="0">
              <a:solidFill>
                <a:schemeClr val="bg1"/>
              </a:solidFill>
            </a:endParaRP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ఎల్లను నీవే నా కెల్లెడల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వల్లపడదే వివరింపన్‌ (2)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031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F7D2-34D0-D917-5090-185BCFA0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1DABCC-5F65-F5C0-5508-1D168E1BE0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DDDF47-6F16-49DE-A5DD-B1D72870F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86391-6A38-DF28-C00C-94C1F414F0A9}"/>
              </a:ext>
            </a:extLst>
          </p:cNvPr>
          <p:cNvSpPr txBox="1"/>
          <p:nvPr/>
        </p:nvSpPr>
        <p:spPr>
          <a:xfrm>
            <a:off x="702469" y="365125"/>
            <a:ext cx="11168062" cy="3785652"/>
          </a:xfrm>
          <a:prstGeom prst="rect">
            <a:avLst/>
          </a:prstGeom>
          <a:solidFill>
            <a:schemeClr val="dk1">
              <a:alpha val="27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8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విమోచకుడా – విమోచన నీవే</a:t>
            </a:r>
            <a:br>
              <a:rPr lang="te-IN" sz="8000" b="1" dirty="0">
                <a:solidFill>
                  <a:schemeClr val="bg1"/>
                </a:solidFill>
              </a:rPr>
            </a:br>
            <a:r>
              <a:rPr lang="te-IN" sz="8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రక్షకుడవు – నా రక్షణ</a:t>
            </a:r>
            <a:endParaRPr lang="en-GB" sz="8000" b="1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8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నీవే (2)      </a:t>
            </a:r>
            <a:endParaRPr lang="en-US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57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A670-9D69-F3CA-6BC4-14DE655B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648B71-3F0B-B011-12AE-A19947DBF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159AB-51ED-4ED9-B5D7-90AA6A183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97" y="16688"/>
            <a:ext cx="12205897" cy="7529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6E2E68-F6C4-7CC1-4626-3C3EA080B0CE}"/>
              </a:ext>
            </a:extLst>
          </p:cNvPr>
          <p:cNvSpPr txBox="1"/>
          <p:nvPr/>
        </p:nvSpPr>
        <p:spPr>
          <a:xfrm>
            <a:off x="638175" y="1027906"/>
            <a:ext cx="112156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సృష్టికర్తవు – సహాయము నీవే</a:t>
            </a:r>
            <a:endParaRPr lang="en-GB" sz="7200" b="1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ఇష్టుడ నీవు – త్రిత్వము నీవే (2)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245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20EF-7421-11C2-0BE9-B0F9697D5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5606DE-0C9E-B9C1-6D95-9F25D612E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3B5AF1-A12C-4E9A-9675-C1B6C3996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3"/>
            <a:ext cx="12192000" cy="7598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46D55-C6B5-7885-600F-4DE9CB98EA90}"/>
              </a:ext>
            </a:extLst>
          </p:cNvPr>
          <p:cNvSpPr txBox="1"/>
          <p:nvPr/>
        </p:nvSpPr>
        <p:spPr>
          <a:xfrm>
            <a:off x="743931" y="566678"/>
            <a:ext cx="111275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జ్ఞానము నీవే – నా పానము నీవే</a:t>
            </a:r>
            <a:endParaRPr lang="en-GB" sz="6000" b="1" i="0" dirty="0">
              <a:solidFill>
                <a:schemeClr val="bg1"/>
              </a:solidFill>
              <a:effectLst/>
              <a:latin typeface="Lato" panose="020F0502020204030203" pitchFamily="34" charset="0"/>
            </a:endParaRPr>
          </a:p>
          <a:p>
            <a:pPr algn="ctr"/>
            <a:br>
              <a:rPr lang="te-IN" sz="6000" b="1" dirty="0">
                <a:solidFill>
                  <a:schemeClr val="bg1"/>
                </a:solidFill>
              </a:rPr>
            </a:br>
            <a:r>
              <a:rPr lang="te-IN" sz="60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దానము నీవే – నా గానము నీవే (2)    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15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2D31-9D29-A5EB-9B81-97974C69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7EF772-4942-7E28-F55C-B0FE28F49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28000"/>
          </a:xfrm>
          <a:prstGeom prst="rect">
            <a:avLst/>
          </a:prstGeom>
        </p:spPr>
      </p:pic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B4AFF4E5-4BF5-4EE0-A6DC-B852689483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3" b="7813"/>
          <a:stretch/>
        </p:blipFill>
        <p:spPr>
          <a:xfrm flipH="1" flipV="1">
            <a:off x="0" y="-31887"/>
            <a:ext cx="12248686" cy="6889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14721D-C588-9AAC-3A17-9C5897328C7E}"/>
              </a:ext>
            </a:extLst>
          </p:cNvPr>
          <p:cNvSpPr txBox="1"/>
          <p:nvPr/>
        </p:nvSpPr>
        <p:spPr>
          <a:xfrm>
            <a:off x="838199" y="748396"/>
            <a:ext cx="109370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జ్యోతివి నీవే – నా నీతివి నీవే</a:t>
            </a:r>
            <a:br>
              <a:rPr lang="te-IN" sz="6600" b="1">
                <a:solidFill>
                  <a:schemeClr val="bg1"/>
                </a:solidFill>
              </a:rPr>
            </a:br>
            <a:endParaRPr lang="en-GB" sz="6600" b="1">
              <a:solidFill>
                <a:schemeClr val="bg1"/>
              </a:solidFill>
            </a:endParaRPr>
          </a:p>
          <a:p>
            <a:pPr algn="ctr"/>
            <a:r>
              <a:rPr lang="te-IN" sz="66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ఆదియు నీవే – నా అంతము నీవే (2)     </a:t>
            </a:r>
            <a:endParaRPr lang="en-US" sz="6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783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3433-9D59-D7AA-3AED-DF79E38F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BD53C2-39C3-C25E-35B5-7442A8238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965A9-3ADC-4522-9B7C-AF27962B6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915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5118A-3FD1-13E9-DA87-B74A6BA25602}"/>
              </a:ext>
            </a:extLst>
          </p:cNvPr>
          <p:cNvSpPr txBox="1"/>
          <p:nvPr/>
        </p:nvSpPr>
        <p:spPr>
          <a:xfrm>
            <a:off x="578963" y="1135022"/>
            <a:ext cx="11525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నిత్యుడ నీవే – నా సత్యుండ నీవే</a:t>
            </a:r>
            <a:br>
              <a:rPr lang="te-IN" sz="6600" b="1" dirty="0">
                <a:solidFill>
                  <a:schemeClr val="bg1"/>
                </a:solidFill>
              </a:rPr>
            </a:br>
            <a:endParaRPr lang="en-GB" sz="6600" b="1" dirty="0">
              <a:solidFill>
                <a:schemeClr val="bg1"/>
              </a:solidFill>
            </a:endParaRPr>
          </a:p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స్తోత్రము నీవే – నా నేత్రము నీవే (2) 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51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C9A6A-D206-CF4E-9C8A-518A97681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BD5475-EDA4-4658-96A5-23F93B78B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915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4BCC50-8EBE-EE38-03AC-49AA1BCAA191}"/>
              </a:ext>
            </a:extLst>
          </p:cNvPr>
          <p:cNvSpPr txBox="1"/>
          <p:nvPr/>
        </p:nvSpPr>
        <p:spPr>
          <a:xfrm>
            <a:off x="488157" y="534084"/>
            <a:ext cx="11275218" cy="34163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జీవము నీవే – నా దేవుడవు నీవే</a:t>
            </a:r>
            <a:br>
              <a:rPr lang="te-IN" sz="7200" b="1">
                <a:solidFill>
                  <a:schemeClr val="bg1"/>
                </a:solidFill>
              </a:rPr>
            </a:br>
            <a:endParaRPr lang="en-GB" sz="7200" b="1">
              <a:solidFill>
                <a:schemeClr val="bg1"/>
              </a:solidFill>
            </a:endParaRPr>
          </a:p>
          <a:p>
            <a:pPr algn="ctr"/>
            <a:r>
              <a:rPr lang="te-IN" sz="7200" b="1" i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పావన నీవే – నా కావలి నీవే (2) </a:t>
            </a:r>
            <a:endParaRPr lang="en-US" sz="7200" b="1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9ACBC2-1359-4F66-A4D8-C63D4BC07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56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D1E8E-53FF-19C8-89DD-19813B45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FCE0D96-9FEB-418E-997E-22BA87730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7586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5AEC22-5CEB-544A-BCDE-90C32A0D22C6}"/>
              </a:ext>
            </a:extLst>
          </p:cNvPr>
          <p:cNvSpPr txBox="1"/>
          <p:nvPr/>
        </p:nvSpPr>
        <p:spPr>
          <a:xfrm>
            <a:off x="1017309" y="365125"/>
            <a:ext cx="10515600" cy="212365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effectLst/>
                <a:latin typeface="Lato" panose="020F0502020204030203" pitchFamily="34" charset="0"/>
              </a:rPr>
              <a:t>కాంతియు నీవే – నా శాంతియు నీవే</a:t>
            </a:r>
            <a:endParaRPr lang="en-GB" sz="6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DB160D-092B-4A10-8948-4E6147649BB7}"/>
              </a:ext>
            </a:extLst>
          </p:cNvPr>
          <p:cNvSpPr txBox="1"/>
          <p:nvPr/>
        </p:nvSpPr>
        <p:spPr>
          <a:xfrm>
            <a:off x="1017310" y="3948987"/>
            <a:ext cx="10515599" cy="193899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e-IN" sz="6000" b="1" i="0" dirty="0">
                <a:effectLst/>
                <a:latin typeface="Lato" panose="020F0502020204030203" pitchFamily="34" charset="0"/>
              </a:rPr>
              <a:t>సంతస నీవే – నాకంతయు నీవే (2)     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715611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121</Words>
  <Application>Microsoft Office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INTI</dc:creator>
  <cp:lastModifiedBy>A A K A S H</cp:lastModifiedBy>
  <cp:revision>4</cp:revision>
  <dcterms:created xsi:type="dcterms:W3CDTF">2025-09-28T07:21:26Z</dcterms:created>
  <dcterms:modified xsi:type="dcterms:W3CDTF">2026-04-25T06:30:08Z</dcterms:modified>
</cp:coreProperties>
</file>