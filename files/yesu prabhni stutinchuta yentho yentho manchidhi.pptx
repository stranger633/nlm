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45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E009-43A6-B651-7806-DA45E246C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8A74E-0BEA-B262-FEC5-48903D1AD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01443-D30E-A51F-6A1F-96219D21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CA8D0-49E6-1F18-3831-EAD6256A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303E6-4832-F368-6BAF-E21BD44C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569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DF03-248F-1D59-2138-EF8A2898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A3255-F44B-E859-D832-E8CE6D7AF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4AA43-BD52-6121-40D3-5DC25E61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8632C-A5D4-3F71-289A-450EAC83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95029-3ABC-0A83-DA52-6A282DA7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74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F1051-9C1E-25F1-47B1-06B15E398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0B44F-671C-A061-85B3-73C372318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BC1E-27FC-C33E-A8C0-9341D748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64EA9-DF09-36E8-AE91-A0E25B8E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01E6D-E5D7-611B-C3A9-6349FD76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44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20F55-B57F-3B2C-FC37-38B281DE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CAE80-A9AC-1073-89F3-D301B966E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6C3F2-8729-5B9A-50B3-2E6AE8479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A4CD1-2682-29EF-A159-EB3B712F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04EF7-F060-EF49-A2EB-BEA62E3E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61E5C-6647-15F2-F858-3287DE88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7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BF65-3725-E92A-EB9E-95A56F5B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3322A-1EB5-5D90-F92A-C7D755AEB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60341-548E-659B-B605-9DFEAC1AE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85985-1D93-9267-84CD-299BFC815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08651-67FD-88BE-9C9F-7BA57B2DF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1F04A-1AF5-F0BF-4500-A4770450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5C189-5F64-EB3A-5A17-6F8B7FBA5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3F286-D7BD-3886-2CAC-4D42701C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937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C554-731F-5AA1-8001-43A7469B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66C16-3CEB-C0AB-D89A-2E38B8F3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1C066-9CDE-E21F-FB5C-9076DE89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ACB3F-9F1D-8364-6EDC-9CFEACA5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036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125181-87A4-0D75-21AF-426F8C28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175D3C-B78F-FB52-2CC6-05C73503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707D5-FD01-99F6-A025-B6816AF2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85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12E4-D45B-E3FB-400F-9987216A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B693-1E21-3753-F374-F9F7AB405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C6682-75F1-C327-4F6F-734D4276E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49FAC-AB25-60AE-CF20-2D347387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18655-EDFA-D69C-786D-AC72E86E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9DFEE-C9CC-3946-EE7A-37431F5B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714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B613-CD0F-7907-213A-317A2ED40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C52E00-B57C-A086-E9B1-49C871F54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EC1C1-F4C6-9099-890F-EC7C5153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96B03-E9C2-C459-BDD7-F30A8774E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A60D7-D8DC-CEBA-D99F-ACD3EB74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35E99-4B7F-44E8-6EB0-DD1F6D1F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92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56AF4-4473-CB98-03F1-ED60A3FDC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32BA6-6564-224C-3453-21F9A7F29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B2D37-9A59-7558-2467-239C1C91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22B27-B977-09A1-32B4-D678ABE88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F0A4F-C3F5-F929-0C48-458E0076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75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791FA-B884-EC67-786D-5B02BC552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1F3D2-8DBE-6A54-EF03-9642577FF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4F6F-B62F-E1F0-02E8-321A56955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CCD71-C31D-E446-A491-B73A3E65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4D18F-01DF-2D03-29E9-FDBDBFAC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754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0DD8E-C308-643B-F887-B5AE83A3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A51CA-B6D7-6495-B4E7-3252E4DB7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97D78-B6FA-1B09-0FAE-3D7514322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5AA80-2F77-4ABE-ABDE-CEDCCA19603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41663-7B71-ACE9-8A58-CC98920EA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108EB-AADC-6D5A-AAF3-BDD1519F2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366E-9240-4031-A245-D010B1A39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43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6B3C-A493-0355-4598-8D6B71742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D5F76-5A6B-DAB3-0352-3976CDB050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77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45B1-EBA4-E066-22EF-F4993317B3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223B8-4E22-5372-A953-10AE5CF7AC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D709D-A6E6-4EDF-BCED-B2AE97B9B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990" y="0"/>
            <a:ext cx="12288989" cy="68818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950DEC-B1CC-5BF6-6B1D-8BB41A42F279}"/>
              </a:ext>
            </a:extLst>
          </p:cNvPr>
          <p:cNvSpPr txBox="1"/>
          <p:nvPr/>
        </p:nvSpPr>
        <p:spPr>
          <a:xfrm>
            <a:off x="605730" y="854319"/>
            <a:ext cx="10980540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effectLst/>
                <a:latin typeface="Lato" panose="02000000000000000000" pitchFamily="2" charset="0"/>
              </a:rPr>
              <a:t>యేసూ ప్రభుని స్తుతించుట</a:t>
            </a:r>
            <a:br>
              <a:rPr lang="te-IN" sz="6000" b="1" dirty="0"/>
            </a:br>
            <a:r>
              <a:rPr lang="te-IN" sz="6000" b="1" i="0" dirty="0">
                <a:effectLst/>
                <a:latin typeface="Lato" panose="02000000000000000000" pitchFamily="2" charset="0"/>
              </a:rPr>
              <a:t>ఎంతో ఎంతో మంచిది (2)</a:t>
            </a:r>
            <a:endParaRPr lang="en-IN" sz="6600" b="1" dirty="0"/>
          </a:p>
          <a:p>
            <a:pPr algn="ctr"/>
            <a:br>
              <a:rPr lang="te-IN" sz="6600" b="1" dirty="0"/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00000000000000000" pitchFamily="2" charset="0"/>
              </a:rPr>
              <a:t>మహోన్నతుడా నీ నామమును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00000000000000000" pitchFamily="2" charset="0"/>
              </a:rPr>
              <a:t>స్తుతించుటయే బహు మంచిది (2)        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35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D49168D-DF66-41C5-A2FE-DC49AC320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8465" y="0"/>
            <a:ext cx="12660465" cy="7673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F07DAF-DD8D-294C-B9F2-7525F00BB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47C37-A069-0015-01BF-899D1447275F}"/>
              </a:ext>
            </a:extLst>
          </p:cNvPr>
          <p:cNvSpPr txBox="1"/>
          <p:nvPr/>
        </p:nvSpPr>
        <p:spPr>
          <a:xfrm>
            <a:off x="101725" y="1440163"/>
            <a:ext cx="1172765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8800" b="1" i="0" dirty="0">
                <a:effectLst/>
                <a:latin typeface="Lato" panose="02000000000000000000" pitchFamily="2" charset="0"/>
              </a:rPr>
              <a:t>హల్లెలూయా హల్లెలూయా</a:t>
            </a:r>
            <a:br>
              <a:rPr lang="te-IN" sz="8800" b="1" dirty="0"/>
            </a:br>
            <a:r>
              <a:rPr lang="te-IN" sz="8800" b="1" i="0" dirty="0">
                <a:effectLst/>
                <a:latin typeface="Lato" panose="02000000000000000000" pitchFamily="2" charset="0"/>
              </a:rPr>
              <a:t>హల్లెలూయా హల్లెలూయా  </a:t>
            </a:r>
            <a:endParaRPr lang="en-US" sz="88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14C715B-4DB0-4B66-96C4-C8694D783D9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1353800" y="6176963"/>
            <a:ext cx="4092146" cy="197849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93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E952-B9D7-2474-A16E-DD7BACE9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8A4BC-FFA8-4533-BE03-B6EAF6114A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4" b="898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7EF264-961B-2434-CC0B-5CE945A7F54C}"/>
              </a:ext>
            </a:extLst>
          </p:cNvPr>
          <p:cNvSpPr txBox="1"/>
          <p:nvPr/>
        </p:nvSpPr>
        <p:spPr>
          <a:xfrm>
            <a:off x="207167" y="505687"/>
            <a:ext cx="1160383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విలువైన రక్తము సిలువలో కార్చి</a:t>
            </a:r>
            <a:endParaRPr lang="en-GB" sz="7200" b="1" i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br>
              <a:rPr lang="te-IN" sz="7200" b="1">
                <a:solidFill>
                  <a:schemeClr val="bg1"/>
                </a:solidFill>
              </a:rPr>
            </a:br>
            <a:r>
              <a:rPr lang="te-IN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కలుషాత్ముల మమ్ము ప్రభు కడిగెను (2</a:t>
            </a:r>
            <a:r>
              <a:rPr lang="en-GB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te-IN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      </a:t>
            </a:r>
            <a:endParaRPr lang="en-US" sz="7200" b="1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170F12-98E0-45CF-805C-548C38DA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612010" y="6504752"/>
            <a:ext cx="10515600" cy="435133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79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A7DF2-FBDD-D6EB-2BBA-B57C4D22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53FDC-C899-47A9-8B29-3C31CB291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" y="0"/>
            <a:ext cx="12176760" cy="8117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F77B56-8B7E-D328-3B00-808CFDDACB1C}"/>
              </a:ext>
            </a:extLst>
          </p:cNvPr>
          <p:cNvSpPr txBox="1"/>
          <p:nvPr/>
        </p:nvSpPr>
        <p:spPr>
          <a:xfrm>
            <a:off x="838199" y="879366"/>
            <a:ext cx="1061561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88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ఎంతో గొప్ప రక్షణనిచ్చి</a:t>
            </a:r>
            <a:endParaRPr lang="en-GB" sz="8800" b="1" i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br>
              <a:rPr lang="te-IN" sz="8800" b="1">
                <a:solidFill>
                  <a:schemeClr val="bg1"/>
                </a:solidFill>
              </a:rPr>
            </a:br>
            <a:r>
              <a:rPr lang="te-IN" sz="88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వింతైన జనముగా మేము చేసెను (2)</a:t>
            </a:r>
            <a:endParaRPr lang="en-US" sz="8800" b="1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F179B7-E435-4BAD-802A-981D260B90C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1453811" y="6902807"/>
            <a:ext cx="45719" cy="73290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9553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E6E8E-7DF1-27FC-B74D-5298A843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4157D0-1451-E0A2-F252-7685B2340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" b="391"/>
          <a:stretch>
            <a:fillRect/>
          </a:stretch>
        </p:blipFill>
        <p:spPr>
          <a:xfrm>
            <a:off x="-62943" y="0"/>
            <a:ext cx="12317886" cy="6928811"/>
          </a:xfrm>
          <a:prstGeom prst="rect">
            <a:avLst/>
          </a:prstGeo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5A7F57E9-3515-4C09-8BA5-5A2DE26327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7" b="785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FE7445-EBDA-9B4E-C419-AF3AA358E838}"/>
              </a:ext>
            </a:extLst>
          </p:cNvPr>
          <p:cNvSpPr txBox="1"/>
          <p:nvPr/>
        </p:nvSpPr>
        <p:spPr>
          <a:xfrm>
            <a:off x="698897" y="365125"/>
            <a:ext cx="1079420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88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మా శైలము మా కేడెము</a:t>
            </a:r>
            <a:endParaRPr lang="en-GB" sz="8800" b="1" i="0" dirty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r>
              <a:rPr lang="te-IN" sz="88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మా కోటయు మా</a:t>
            </a:r>
            <a:endParaRPr lang="en-GB" sz="8800" b="1" i="0" dirty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r>
              <a:rPr lang="te-IN" sz="8800" b="1" i="0" dirty="0">
                <a:effectLst/>
                <a:latin typeface="Lato" panose="020F0502020204030203" pitchFamily="34" charset="0"/>
              </a:rPr>
              <a:t>ప్రభువే (2)</a:t>
            </a:r>
            <a:br>
              <a:rPr lang="te-IN" sz="8800" b="1" dirty="0">
                <a:solidFill>
                  <a:schemeClr val="bg1"/>
                </a:solidFill>
              </a:rPr>
            </a:br>
            <a:r>
              <a:rPr lang="te-IN" sz="88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     </a:t>
            </a:r>
            <a:endParaRPr lang="en-US" sz="8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12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453C-F39A-EAD0-B62C-504844A5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999AED-67DC-42F6-929F-9F58E57F0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35CF9C-6E1E-9F5A-C618-879DD02469A0}"/>
              </a:ext>
            </a:extLst>
          </p:cNvPr>
          <p:cNvSpPr txBox="1"/>
          <p:nvPr/>
        </p:nvSpPr>
        <p:spPr>
          <a:xfrm>
            <a:off x="738188" y="365125"/>
            <a:ext cx="10239375" cy="55092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e-IN" sz="88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ఉన్నత దుర్గము రక్షణ శృంగము</a:t>
            </a:r>
            <a:br>
              <a:rPr lang="te-IN" sz="8800" b="1" dirty="0">
                <a:solidFill>
                  <a:schemeClr val="bg1"/>
                </a:solidFill>
              </a:rPr>
            </a:br>
            <a:r>
              <a:rPr lang="te-IN" sz="88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రక్షించువాడు మన దేవుడు (2)   </a:t>
            </a:r>
            <a:endParaRPr lang="en-US" sz="8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13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080A-69A8-EB65-B6E3-98E4A819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A10153F-A60D-4BA0-B68D-E7C953C59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97265" cy="678959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ACE933-7B60-7B67-7ADF-03F411EEB3D6}"/>
              </a:ext>
            </a:extLst>
          </p:cNvPr>
          <p:cNvSpPr txBox="1"/>
          <p:nvPr/>
        </p:nvSpPr>
        <p:spPr>
          <a:xfrm>
            <a:off x="654844" y="610136"/>
            <a:ext cx="1097756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8800" b="1" i="0" dirty="0">
                <a:effectLst/>
                <a:latin typeface="Lato" panose="020F0502020204030203" pitchFamily="34" charset="0"/>
              </a:rPr>
              <a:t>అతిసుందరుడు అందరిలోన</a:t>
            </a:r>
            <a:endParaRPr lang="en-GB" sz="8800" b="1" dirty="0"/>
          </a:p>
          <a:p>
            <a:pPr algn="ctr"/>
            <a:r>
              <a:rPr lang="te-IN" sz="8800" b="1" i="0" dirty="0">
                <a:effectLst/>
                <a:latin typeface="Lato" panose="020F0502020204030203" pitchFamily="34" charset="0"/>
              </a:rPr>
              <a:t>అతికాంక్షనీయుడు అతి ప్రియుడు (2)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65310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9A097-9375-E520-27BA-A596B9E9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ED0A3E8-1038-404F-B896-4B5EFCE94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084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72BDD-30C6-35D8-D18A-35B15F036E1D}"/>
              </a:ext>
            </a:extLst>
          </p:cNvPr>
          <p:cNvSpPr txBox="1"/>
          <p:nvPr/>
        </p:nvSpPr>
        <p:spPr>
          <a:xfrm>
            <a:off x="123825" y="365125"/>
            <a:ext cx="1132998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88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రాత్రింబవళ్లు వేనోళ్లతోను</a:t>
            </a:r>
            <a:endParaRPr lang="en-GB" sz="8800" b="1" dirty="0">
              <a:solidFill>
                <a:schemeClr val="bg1"/>
              </a:solidFill>
            </a:endParaRPr>
          </a:p>
          <a:p>
            <a:pPr algn="ctr"/>
            <a:endParaRPr lang="en-GB" sz="8800" b="1" i="0" dirty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r>
              <a:rPr lang="te-IN" sz="88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స్తుతించుటయే బహుమంచిది (2)</a:t>
            </a:r>
            <a:endParaRPr lang="en-US" sz="8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890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88</Words>
  <Application>Microsoft Office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AAKASH INTI</dc:creator>
  <cp:lastModifiedBy>A A K A S H</cp:lastModifiedBy>
  <cp:revision>4</cp:revision>
  <dcterms:created xsi:type="dcterms:W3CDTF">2025-09-28T07:14:34Z</dcterms:created>
  <dcterms:modified xsi:type="dcterms:W3CDTF">2026-04-25T06:29:22Z</dcterms:modified>
</cp:coreProperties>
</file>