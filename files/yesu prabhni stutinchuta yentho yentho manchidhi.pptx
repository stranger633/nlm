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61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1E009-43A6-B651-7806-DA45E246CB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08A74E-0BEA-B262-FEC5-48903D1AD4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001443-D30E-A51F-6A1F-96219D214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5AA80-2F77-4ABE-ABDE-CEDCCA19603A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CA8D0-49E6-1F18-3831-EAD6256A0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303E6-4832-F368-6BAF-E21BD44C7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1366E-9240-4031-A245-D010B1A395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3569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5DF03-248F-1D59-2138-EF8A28980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4A3255-F44B-E859-D832-E8CE6D7AFC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4AA43-BD52-6121-40D3-5DC25E614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5AA80-2F77-4ABE-ABDE-CEDCCA19603A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F8632C-A5D4-3F71-289A-450EAC834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A95029-3ABC-0A83-DA52-6A282DA7E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1366E-9240-4031-A245-D010B1A395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47401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F1051-9C1E-25F1-47B1-06B15E398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20B44F-671C-A061-85B3-73C3723183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BC1E-27FC-C33E-A8C0-9341D748F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5AA80-2F77-4ABE-ABDE-CEDCCA19603A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A64EA9-DF09-36E8-AE91-A0E25B8E2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01E6D-E5D7-611B-C3A9-6349FD765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1366E-9240-4031-A245-D010B1A395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44457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20F55-B57F-3B2C-FC37-38B281DE9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CAE80-A9AC-1073-89F3-D301B966E1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56C3F2-8729-5B9A-50B3-2E6AE8479B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3A4CD1-2682-29EF-A159-EB3B712FC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5AA80-2F77-4ABE-ABDE-CEDCCA19603A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E04EF7-F060-EF49-A2EB-BEA62E3E0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161E5C-6647-15F2-F858-3287DE885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1366E-9240-4031-A245-D010B1A395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37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DBF65-3725-E92A-EB9E-95A56F5BC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D3322A-1EB5-5D90-F92A-C7D755AEBE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F60341-548E-659B-B605-9DFEAC1AEA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C85985-1D93-9267-84CD-299BFC8150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E08651-67FD-88BE-9C9F-7BA57B2DFB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51F04A-1AF5-F0BF-4500-A47704506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5AA80-2F77-4ABE-ABDE-CEDCCA19603A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A5C189-5F64-EB3A-5A17-6F8B7FBA5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83F286-D7BD-3886-2CAC-4D42701CB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1366E-9240-4031-A245-D010B1A395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09376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3C554-731F-5AA1-8001-43A7469B5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766C16-3CEB-C0AB-D89A-2E38B8F3A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5AA80-2F77-4ABE-ABDE-CEDCCA19603A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11C066-9CDE-E21F-FB5C-9076DE89A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9ACB3F-9F1D-8364-6EDC-9CFEACA51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1366E-9240-4031-A245-D010B1A395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90036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125181-87A4-0D75-21AF-426F8C289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5AA80-2F77-4ABE-ABDE-CEDCCA19603A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75D3C-B78F-FB52-2CC6-05C735037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B707D5-FD01-99F6-A025-B6816AF29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1366E-9240-4031-A245-D010B1A395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8685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412E4-D45B-E3FB-400F-9987216A1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FBB693-1E21-3753-F374-F9F7AB4059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1C6682-75F1-C327-4F6F-734D4276E0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B49FAC-AB25-60AE-CF20-2D3473873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5AA80-2F77-4ABE-ABDE-CEDCCA19603A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618655-EDFA-D69C-786D-AC72E86E4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99DFEE-C9CC-3946-EE7A-37431F5B1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1366E-9240-4031-A245-D010B1A395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6714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BB613-CD0F-7907-213A-317A2ED40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C52E00-B57C-A086-E9B1-49C871F54B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1EC1C1-F4C6-9099-890F-EC7C5153D2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E96B03-E9C2-C459-BDD7-F30A8774E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5AA80-2F77-4ABE-ABDE-CEDCCA19603A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9A60D7-D8DC-CEBA-D99F-ACD3EB740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735E99-4B7F-44E8-6EB0-DD1F6D1FE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1366E-9240-4031-A245-D010B1A395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9928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56AF4-4473-CB98-03F1-ED60A3FDC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032BA6-6564-224C-3453-21F9A7F298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B2D37-9A59-7558-2467-239C1C91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5AA80-2F77-4ABE-ABDE-CEDCCA19603A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422B27-B977-09A1-32B4-D678ABE88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F0A4F-C3F5-F929-0C48-458E0076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1366E-9240-4031-A245-D010B1A395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2752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A791FA-B884-EC67-786D-5B02BC552D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11F3D2-8DBE-6A54-EF03-9642577FF0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C54F6F-B62F-E1F0-02E8-321A56955F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5AA80-2F77-4ABE-ABDE-CEDCCA19603A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BCCD71-C31D-E446-A491-B73A3E658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04D18F-01DF-2D03-29E9-FDBDBFACA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1366E-9240-4031-A245-D010B1A395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6754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C0DD8E-C308-643B-F887-B5AE83A33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6A51CA-B6D7-6495-B4E7-3252E4DB7D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B97D78-B6FA-1B09-0FAE-3D75143224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E5AA80-2F77-4ABE-ABDE-CEDCCA19603A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41663-7B71-ACE9-8A58-CC98920EA9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4108EB-AADC-6D5A-AAF3-BDD1519F22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11366E-9240-4031-A245-D010B1A395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6438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46B3C-A493-0355-4598-8D6B71742D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9D5F76-5A6B-DAB3-0352-3976CDB050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27724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345B1-EBA4-E066-22EF-F4993317B3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6223B8-4E22-5372-A953-10AE5CF7AC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FD709D-A6E6-4EDF-BCED-B2AE97B9B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6990" y="0"/>
            <a:ext cx="12288989" cy="68818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0950DEC-B1CC-5BF6-6B1D-8BB41A42F279}"/>
              </a:ext>
            </a:extLst>
          </p:cNvPr>
          <p:cNvSpPr txBox="1"/>
          <p:nvPr/>
        </p:nvSpPr>
        <p:spPr>
          <a:xfrm>
            <a:off x="605730" y="854319"/>
            <a:ext cx="10980540" cy="5724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e-IN" sz="6000" b="1" i="0" dirty="0">
                <a:effectLst/>
                <a:latin typeface="Lato" panose="02000000000000000000" pitchFamily="2" charset="0"/>
              </a:rPr>
              <a:t>యేసూ ప్రభుని స్తుతించుట</a:t>
            </a:r>
            <a:br>
              <a:rPr lang="te-IN" sz="6000" b="1" dirty="0"/>
            </a:br>
            <a:r>
              <a:rPr lang="te-IN" sz="6000" b="1" i="0" dirty="0">
                <a:effectLst/>
                <a:latin typeface="Lato" panose="02000000000000000000" pitchFamily="2" charset="0"/>
              </a:rPr>
              <a:t>ఎంతో ఎంతో మంచిది (2)</a:t>
            </a:r>
            <a:endParaRPr lang="en-IN" sz="6600" b="1" dirty="0"/>
          </a:p>
          <a:p>
            <a:pPr algn="ctr"/>
            <a:br>
              <a:rPr lang="te-IN" sz="6600" b="1" dirty="0"/>
            </a:br>
            <a:r>
              <a:rPr lang="te-IN" sz="6000" b="1" i="0" dirty="0">
                <a:solidFill>
                  <a:schemeClr val="bg1"/>
                </a:solidFill>
                <a:effectLst/>
                <a:latin typeface="Lato" panose="02000000000000000000" pitchFamily="2" charset="0"/>
              </a:rPr>
              <a:t>మహోన్నతుడా నీ నామమును</a:t>
            </a:r>
            <a:br>
              <a:rPr lang="te-IN" sz="6000" b="1" dirty="0">
                <a:solidFill>
                  <a:schemeClr val="bg1"/>
                </a:solidFill>
              </a:rPr>
            </a:br>
            <a:r>
              <a:rPr lang="te-IN" sz="6000" b="1" i="0" dirty="0">
                <a:solidFill>
                  <a:schemeClr val="bg1"/>
                </a:solidFill>
                <a:effectLst/>
                <a:latin typeface="Lato" panose="02000000000000000000" pitchFamily="2" charset="0"/>
              </a:rPr>
              <a:t>స్తుతించుటయే బహు మంచిది (2)        </a:t>
            </a:r>
            <a:endParaRPr lang="en-US" sz="6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3353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D49168D-DF66-41C5-A2FE-DC49AC3207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8465" y="0"/>
            <a:ext cx="12660465" cy="76730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4F07DAF-DD8D-294C-B9F2-7525F00BB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A47C37-A069-0015-01BF-899D1447275F}"/>
              </a:ext>
            </a:extLst>
          </p:cNvPr>
          <p:cNvSpPr txBox="1"/>
          <p:nvPr/>
        </p:nvSpPr>
        <p:spPr>
          <a:xfrm>
            <a:off x="101725" y="1440163"/>
            <a:ext cx="11727656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e-IN" sz="8800" b="1" i="0" dirty="0">
                <a:effectLst/>
                <a:latin typeface="Lato" panose="02000000000000000000" pitchFamily="2" charset="0"/>
              </a:rPr>
              <a:t>హల్లెలూయా హల్లెలూయా</a:t>
            </a:r>
            <a:br>
              <a:rPr lang="te-IN" sz="8800" b="1" dirty="0"/>
            </a:br>
            <a:r>
              <a:rPr lang="te-IN" sz="8800" b="1" i="0" dirty="0">
                <a:effectLst/>
                <a:latin typeface="Lato" panose="02000000000000000000" pitchFamily="2" charset="0"/>
              </a:rPr>
              <a:t>హల్లెలూయా హల్లెలూయా  </a:t>
            </a:r>
            <a:endParaRPr lang="en-US" sz="8800" b="1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14C715B-4DB0-4B66-96C4-C8694D783D9B}"/>
              </a:ext>
            </a:extLst>
          </p:cNvPr>
          <p:cNvSpPr>
            <a:spLocks noGrp="1"/>
          </p:cNvSpPr>
          <p:nvPr>
            <p:ph idx="1"/>
          </p:nvPr>
        </p:nvSpPr>
        <p:spPr>
          <a:xfrm flipH="1" flipV="1">
            <a:off x="11353800" y="6176963"/>
            <a:ext cx="4092146" cy="1978496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2938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2E952-B9D7-2474-A16E-DD7BACE90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88A4BC-FFA8-4533-BE03-B6EAF6114AA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84" b="898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E7EF264-961B-2434-CC0B-5CE945A7F54C}"/>
              </a:ext>
            </a:extLst>
          </p:cNvPr>
          <p:cNvSpPr txBox="1"/>
          <p:nvPr/>
        </p:nvSpPr>
        <p:spPr>
          <a:xfrm>
            <a:off x="207167" y="505687"/>
            <a:ext cx="1160383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e-IN" sz="7200" b="1" i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విలువైన రక్తము సిలువలో కార్చి</a:t>
            </a:r>
            <a:endParaRPr lang="en-GB" sz="7200" b="1" i="0">
              <a:solidFill>
                <a:schemeClr val="bg1"/>
              </a:solidFill>
              <a:effectLst/>
              <a:latin typeface="Lato" panose="020F0502020204030203" pitchFamily="34" charset="0"/>
            </a:endParaRPr>
          </a:p>
          <a:p>
            <a:pPr algn="ctr"/>
            <a:br>
              <a:rPr lang="te-IN" sz="7200" b="1">
                <a:solidFill>
                  <a:schemeClr val="bg1"/>
                </a:solidFill>
              </a:rPr>
            </a:br>
            <a:r>
              <a:rPr lang="te-IN" sz="7200" b="1" i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కలుషాత్ముల మమ్ము ప్రభు కడిగెను (2</a:t>
            </a:r>
            <a:r>
              <a:rPr lang="en-GB" sz="7200" b="1" i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)</a:t>
            </a:r>
            <a:r>
              <a:rPr lang="te-IN" sz="7200" b="1" i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      </a:t>
            </a:r>
            <a:endParaRPr lang="en-US" sz="7200" b="1">
              <a:solidFill>
                <a:schemeClr val="bg1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6170F12-98E0-45CF-805C-548C38DAB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2612010" y="6504752"/>
            <a:ext cx="10515600" cy="4351338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5790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A7DF2-FBDD-D6EB-2BBA-B57C4D228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B53FDC-C899-47A9-8B29-3C31CB2911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" y="0"/>
            <a:ext cx="12176760" cy="81178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F77B56-8B7E-D328-3B00-808CFDDACB1C}"/>
              </a:ext>
            </a:extLst>
          </p:cNvPr>
          <p:cNvSpPr txBox="1"/>
          <p:nvPr/>
        </p:nvSpPr>
        <p:spPr>
          <a:xfrm>
            <a:off x="838199" y="879366"/>
            <a:ext cx="10615613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e-IN" sz="8800" b="1" i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ఎంతో గొప్ప రక్షణనిచ్చి</a:t>
            </a:r>
            <a:endParaRPr lang="en-GB" sz="8800" b="1" i="0">
              <a:solidFill>
                <a:schemeClr val="bg1"/>
              </a:solidFill>
              <a:effectLst/>
              <a:latin typeface="Lato" panose="020F0502020204030203" pitchFamily="34" charset="0"/>
            </a:endParaRPr>
          </a:p>
          <a:p>
            <a:pPr algn="ctr"/>
            <a:br>
              <a:rPr lang="te-IN" sz="8800" b="1">
                <a:solidFill>
                  <a:schemeClr val="bg1"/>
                </a:solidFill>
              </a:rPr>
            </a:br>
            <a:r>
              <a:rPr lang="te-IN" sz="8800" b="1" i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వింతైన జనముగా మేము చేసెను (2)</a:t>
            </a:r>
            <a:endParaRPr lang="en-US" sz="8800" b="1">
              <a:solidFill>
                <a:schemeClr val="bg1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DF179B7-E435-4BAD-802A-981D260B90CF}"/>
              </a:ext>
            </a:extLst>
          </p:cNvPr>
          <p:cNvSpPr>
            <a:spLocks noGrp="1"/>
          </p:cNvSpPr>
          <p:nvPr>
            <p:ph idx="1"/>
          </p:nvPr>
        </p:nvSpPr>
        <p:spPr>
          <a:xfrm flipH="1" flipV="1">
            <a:off x="11453811" y="6902807"/>
            <a:ext cx="45719" cy="732904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95534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E6E8E-7DF1-27FC-B74D-5298A843D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94157D0-1451-E0A2-F252-7685B23404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1" b="391"/>
          <a:stretch>
            <a:fillRect/>
          </a:stretch>
        </p:blipFill>
        <p:spPr>
          <a:xfrm>
            <a:off x="-62943" y="0"/>
            <a:ext cx="12317886" cy="6928811"/>
          </a:xfrm>
          <a:prstGeom prst="rect">
            <a:avLst/>
          </a:prstGeom>
        </p:spPr>
      </p:pic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5A7F57E9-3515-4C09-8BA5-5A2DE263272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57" b="7857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DFE7445-EBDA-9B4E-C419-AF3AA358E838}"/>
              </a:ext>
            </a:extLst>
          </p:cNvPr>
          <p:cNvSpPr txBox="1"/>
          <p:nvPr/>
        </p:nvSpPr>
        <p:spPr>
          <a:xfrm>
            <a:off x="698897" y="365125"/>
            <a:ext cx="10794206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e-IN" sz="8800" b="1" i="0" dirty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మా శైలము మా కేడెము</a:t>
            </a:r>
            <a:endParaRPr lang="en-GB" sz="8800" b="1" i="0" dirty="0">
              <a:solidFill>
                <a:schemeClr val="bg1"/>
              </a:solidFill>
              <a:effectLst/>
              <a:latin typeface="Lato" panose="020F0502020204030203" pitchFamily="34" charset="0"/>
            </a:endParaRPr>
          </a:p>
          <a:p>
            <a:pPr algn="ctr"/>
            <a:r>
              <a:rPr lang="te-IN" sz="8800" b="1" i="0" dirty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మా కోటయు మా</a:t>
            </a:r>
            <a:endParaRPr lang="en-GB" sz="8800" b="1" i="0" dirty="0">
              <a:solidFill>
                <a:schemeClr val="bg1"/>
              </a:solidFill>
              <a:effectLst/>
              <a:latin typeface="Lato" panose="020F0502020204030203" pitchFamily="34" charset="0"/>
            </a:endParaRPr>
          </a:p>
          <a:p>
            <a:pPr algn="ctr"/>
            <a:r>
              <a:rPr lang="te-IN" sz="8800" b="1" i="0" dirty="0">
                <a:effectLst/>
                <a:latin typeface="Lato" panose="020F0502020204030203" pitchFamily="34" charset="0"/>
              </a:rPr>
              <a:t>ప్రభువే (2)</a:t>
            </a:r>
            <a:br>
              <a:rPr lang="te-IN" sz="8800" b="1" dirty="0">
                <a:solidFill>
                  <a:schemeClr val="bg1"/>
                </a:solidFill>
              </a:rPr>
            </a:br>
            <a:r>
              <a:rPr lang="te-IN" sz="8800" b="1" i="0" dirty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     </a:t>
            </a:r>
            <a:endParaRPr lang="en-US" sz="8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2124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0453C-F39A-EAD0-B62C-504844A59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A3999AED-67DC-42F6-929F-9F58E57F0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2001" cy="685800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135CF9C-6E1E-9F5A-C618-879DD02469A0}"/>
              </a:ext>
            </a:extLst>
          </p:cNvPr>
          <p:cNvSpPr txBox="1"/>
          <p:nvPr/>
        </p:nvSpPr>
        <p:spPr>
          <a:xfrm>
            <a:off x="738188" y="365125"/>
            <a:ext cx="10239375" cy="55092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te-IN" sz="8800" b="1" i="0" dirty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ఉన్నత దుర్గము రక్షణ శృంగము</a:t>
            </a:r>
            <a:br>
              <a:rPr lang="te-IN" sz="8800" b="1" dirty="0">
                <a:solidFill>
                  <a:schemeClr val="bg1"/>
                </a:solidFill>
              </a:rPr>
            </a:br>
            <a:r>
              <a:rPr lang="te-IN" sz="8800" b="1" i="0" dirty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రక్షించువాడు మన దేవుడు (2)   </a:t>
            </a:r>
            <a:endParaRPr lang="en-US" sz="8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4131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1080A-69A8-EB65-B6E3-98E4A819A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A10153F-A60D-4BA0-B68D-E7C953C59D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097265" cy="678959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0ACE933-7B60-7B67-7ADF-03F411EEB3D6}"/>
              </a:ext>
            </a:extLst>
          </p:cNvPr>
          <p:cNvSpPr txBox="1"/>
          <p:nvPr/>
        </p:nvSpPr>
        <p:spPr>
          <a:xfrm>
            <a:off x="654844" y="610136"/>
            <a:ext cx="10977561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e-IN" sz="8800" b="1" i="0" dirty="0">
                <a:effectLst/>
                <a:latin typeface="Lato" panose="020F0502020204030203" pitchFamily="34" charset="0"/>
              </a:rPr>
              <a:t>అతిసుందరుడు అందరిలోన</a:t>
            </a:r>
            <a:endParaRPr lang="en-GB" sz="8800" b="1" dirty="0"/>
          </a:p>
          <a:p>
            <a:pPr algn="ctr"/>
            <a:r>
              <a:rPr lang="te-IN" sz="8800" b="1" i="0" dirty="0">
                <a:effectLst/>
                <a:latin typeface="Lato" panose="020F0502020204030203" pitchFamily="34" charset="0"/>
              </a:rPr>
              <a:t>అతికాంక్షనీయుడు అతి ప్రియుడు (2)</a:t>
            </a:r>
            <a:endParaRPr lang="en-US" sz="8800" b="1" dirty="0"/>
          </a:p>
        </p:txBody>
      </p:sp>
    </p:spTree>
    <p:extLst>
      <p:ext uri="{BB962C8B-B14F-4D97-AF65-F5344CB8AC3E}">
        <p14:creationId xmlns:p14="http://schemas.microsoft.com/office/powerpoint/2010/main" val="16531007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9A097-9375-E520-27BA-A596B9E9B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ED0A3E8-1038-404F-B896-4B5EFCE949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08441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72BDD-30C6-35D8-D18A-35B15F036E1D}"/>
              </a:ext>
            </a:extLst>
          </p:cNvPr>
          <p:cNvSpPr txBox="1"/>
          <p:nvPr/>
        </p:nvSpPr>
        <p:spPr>
          <a:xfrm>
            <a:off x="123825" y="365125"/>
            <a:ext cx="11329987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e-IN" sz="8800" b="1" i="0" dirty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రాత్రింబవళ్లు వేనోళ్లతోను</a:t>
            </a:r>
            <a:endParaRPr lang="en-GB" sz="8800" b="1" dirty="0">
              <a:solidFill>
                <a:schemeClr val="bg1"/>
              </a:solidFill>
            </a:endParaRPr>
          </a:p>
          <a:p>
            <a:pPr algn="ctr"/>
            <a:endParaRPr lang="en-GB" sz="8800" b="1" i="0" dirty="0">
              <a:solidFill>
                <a:schemeClr val="bg1"/>
              </a:solidFill>
              <a:effectLst/>
              <a:latin typeface="Lato" panose="020F0502020204030203" pitchFamily="34" charset="0"/>
            </a:endParaRPr>
          </a:p>
          <a:p>
            <a:pPr algn="ctr"/>
            <a:r>
              <a:rPr lang="te-IN" sz="8800" b="1" i="0" dirty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స్తుతించుటయే బహుమంచిది (2)</a:t>
            </a:r>
            <a:endParaRPr lang="en-US" sz="8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98906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88</Words>
  <Application>Microsoft Office PowerPoint</Application>
  <PresentationFormat>Widescreen</PresentationFormat>
  <Paragraphs>16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Lato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AAKASH INTI</dc:creator>
  <cp:lastModifiedBy>A A K A S H</cp:lastModifiedBy>
  <cp:revision>4</cp:revision>
  <dcterms:created xsi:type="dcterms:W3CDTF">2025-09-28T07:14:34Z</dcterms:created>
  <dcterms:modified xsi:type="dcterms:W3CDTF">2026-03-06T09:03:52Z</dcterms:modified>
</cp:coreProperties>
</file>