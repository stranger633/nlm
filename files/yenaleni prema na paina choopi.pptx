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1" r:id="rId3"/>
    <p:sldId id="302" r:id="rId4"/>
    <p:sldId id="30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923DD-2027-D858-93D9-28C8D99BC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72B53B-E08A-5929-B9AD-DB089F10CA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F4FE7-CDE5-4969-24AE-0BFA309EE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2CE5D-0C5A-4FB3-922F-EE1836966B2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70C01-8019-EAB2-9959-A97928E99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F2409-3FA2-3B00-EA8A-103634E43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6C3FF-7243-4845-9AE5-933F0E7BF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877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6BBCD-F755-3279-89DF-9085B1465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C743-3BE2-4D22-D743-7FF8DC21D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B4DAE-F0F0-F964-E150-AAA5B23B4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2CE5D-0C5A-4FB3-922F-EE1836966B2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FF0BD-F754-935B-3579-0FF0AADB1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853F0-62BE-325C-6AF5-CE1373BAC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6C3FF-7243-4845-9AE5-933F0E7BF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572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64BD3-011E-7335-DA6F-BB504F8F5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E5675-74EB-0C00-53A5-A3AE31D23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D39B8-7F26-D3AF-5976-E46343E8E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2CE5D-0C5A-4FB3-922F-EE1836966B2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B7025-C4EF-D0E9-BD5F-8BED933F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0199D-9E5A-8233-52A9-8C7118317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6C3FF-7243-4845-9AE5-933F0E7BF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803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DEFFB-7F68-0B82-D8B2-5336C88A1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1D6EA-54DC-D9AD-F2F0-FFD2281EA4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F7AD7B-A5C1-89B0-BE43-B7A4BD1AD2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7C752-17DE-8F7B-A4BB-3D9DE77E5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2CE5D-0C5A-4FB3-922F-EE1836966B2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C7731-5784-A3B3-85BB-501BC1D9D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C8E4A-6851-895C-DB7C-E0F0BD266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6C3FF-7243-4845-9AE5-933F0E7BF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733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8F864-4A77-D75F-FD6C-0C1196905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04A26-3E35-61F7-75A8-A20174A1C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38FE7-D1D6-6BF6-4CA0-1086502D6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EBE4B-8AD4-3797-7878-47975F6348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A0B116-C9C2-48F2-3FB9-B3363799DB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1DB811-5015-D79D-D21C-38557E69B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2CE5D-0C5A-4FB3-922F-EE1836966B2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4D2B2D-85B2-70B1-59FD-3B7A00D85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10E58-9AF4-A9E9-811B-252CC8B89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6C3FF-7243-4845-9AE5-933F0E7BF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604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354C8-03BB-0A92-4FB9-408AE4022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7F2991-AC97-1B05-9403-CCA3875E9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2CE5D-0C5A-4FB3-922F-EE1836966B2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0287A7-5648-3540-1E2B-E1E538205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3F9F-4AFB-28E7-B525-5270640FC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6C3FF-7243-4845-9AE5-933F0E7BF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975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E29148-543B-4F2F-F566-28538DDF2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2CE5D-0C5A-4FB3-922F-EE1836966B2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D2EF30-34E7-BDB3-EFE5-9F27BBE5E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61FD5-D0DC-D569-501F-F3A2D24C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6C3FF-7243-4845-9AE5-933F0E7BF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77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DB250-004F-5A8B-A089-548020115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E4398-90BA-1FED-2EF4-5136FC956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C06D5-06A2-E45C-EEC2-BFA3FA5B8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E5576-B0C3-D478-93CC-CC15726B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2CE5D-0C5A-4FB3-922F-EE1836966B2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3CCB5-6745-678D-C7C8-AC651CDEA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5A91D-AEE6-8164-BC32-62AF6D12C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6C3FF-7243-4845-9AE5-933F0E7BF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862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D2DD2-E806-727C-C5EA-1533BA546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CDAB10-BCDA-058F-228C-4F9CD74593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81BB5D-713F-6080-A161-3081F553E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71322-4536-340F-372A-84DBA307A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2CE5D-0C5A-4FB3-922F-EE1836966B2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A2BCA-F1BC-4B96-F32E-F7CF5D1EA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DEF26-FB79-6181-735B-85D3AC270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6C3FF-7243-4845-9AE5-933F0E7BF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666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9ABB8-1329-D5B1-CE78-457E354E6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653AD0-FFCD-3374-7723-7EC9F1EC7E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2FDFF-7248-4D37-0D56-B901B4FFE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2CE5D-0C5A-4FB3-922F-EE1836966B2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FA0C4-0AF2-D0A2-25D9-91B6A5DA7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E3C99-BD5A-4A76-0FE2-F907E0DB6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6C3FF-7243-4845-9AE5-933F0E7BF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994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B78DFE-C959-FFB1-3118-9760C51497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691F4F-42F1-8CAC-1701-E94A5689B1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B942A-815D-DC1C-9FC7-59D71324E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2CE5D-0C5A-4FB3-922F-EE1836966B2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CA7C0-AC07-A6D6-CE32-52891D83B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EE04B-A5BA-43D5-FFB6-8B275752C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6C3FF-7243-4845-9AE5-933F0E7BF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410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3CF472-E2B7-2B0A-45DD-50BEDD615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C4C34-6B3E-F731-048B-6AD065C2B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266E4-72CE-57CF-4918-A7874EDF9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2CE5D-0C5A-4FB3-922F-EE1836966B2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29565-1D76-A0FC-4BAE-EB019F4A7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83FE6-D090-AF59-A05C-0BAEDBA957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D6C3FF-7243-4845-9AE5-933F0E7BF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533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43264-619D-CB59-8431-4B5BF9DA79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396124-8CA2-82BB-0999-1957F006FE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968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43745-48D9-EE4B-EA30-5C4534B58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1ACE74D-8D1D-EE9F-3E72-DED39EEAA3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28A3AC-D4E9-9288-818D-1B731A3B3E8F}"/>
              </a:ext>
            </a:extLst>
          </p:cNvPr>
          <p:cNvSpPr txBox="1"/>
          <p:nvPr/>
        </p:nvSpPr>
        <p:spPr>
          <a:xfrm>
            <a:off x="3345657" y="268991"/>
            <a:ext cx="631031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i="0" dirty="0">
                <a:effectLst/>
                <a:latin typeface="Lato" panose="020F0502020204030203" pitchFamily="34" charset="0"/>
              </a:rPr>
              <a:t>ఎనలేని ప్రేమ నాపైన చూపి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నీ వారసునిగ చేసినావు (2)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నీ ప్రేమ నేను చాటెదన్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నా సర్వం నీవే యేసయ్యా (2)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585117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84190-075F-6705-EC55-707E6A7D8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6E26F3A-B68E-34C0-B048-A3A2458055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6757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A5DE4D-70FC-5775-8B32-848FA54C458B}"/>
              </a:ext>
            </a:extLst>
          </p:cNvPr>
          <p:cNvSpPr txBox="1"/>
          <p:nvPr/>
        </p:nvSpPr>
        <p:spPr>
          <a:xfrm>
            <a:off x="333376" y="365125"/>
            <a:ext cx="535781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i="0" dirty="0">
                <a:effectLst/>
                <a:latin typeface="Lato" panose="020F0502020204030203" pitchFamily="34" charset="0"/>
              </a:rPr>
              <a:t>నా శిక్షకు ప్రతిగా – ప్రాణము పెట్టిన దేవా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నీ సత్య మార్గములో – నను నడిపిన ప్రభువా (2)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నీ కృప చేత రక్షించినావే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నీ ఋణము</a:t>
            </a:r>
            <a:endParaRPr lang="en-GB" sz="4000" b="1" i="0" dirty="0">
              <a:effectLst/>
              <a:latin typeface="Lato" panose="020F0502020204030203" pitchFamily="34" charset="0"/>
            </a:endParaRPr>
          </a:p>
          <a:p>
            <a:pPr algn="ctr"/>
            <a:r>
              <a:rPr lang="te-IN" sz="4000" b="1" i="0" dirty="0">
                <a:effectLst/>
                <a:latin typeface="Lato" panose="020F0502020204030203" pitchFamily="34" charset="0"/>
              </a:rPr>
              <a:t> నే తీర్చగలనా (2)    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692641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AEB95-66CA-195F-4985-CDFE2AA15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8BC8DD9-0601-3879-BF6B-372D49CB9A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8B93B1-E55C-6AB4-37D4-0D041D19A119}"/>
              </a:ext>
            </a:extLst>
          </p:cNvPr>
          <p:cNvSpPr txBox="1"/>
          <p:nvPr/>
        </p:nvSpPr>
        <p:spPr>
          <a:xfrm>
            <a:off x="1059656" y="185647"/>
            <a:ext cx="1029414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i="0" dirty="0">
                <a:solidFill>
                  <a:srgbClr val="FFFF00"/>
                </a:solidFill>
                <a:effectLst/>
                <a:latin typeface="Lato" panose="020F0502020204030203" pitchFamily="34" charset="0"/>
              </a:rPr>
              <a:t>తండ్రి లేని నాకు – పరమ తండ్రివి నీవై</a:t>
            </a:r>
            <a:br>
              <a:rPr lang="te-IN" sz="4000" b="1" dirty="0">
                <a:solidFill>
                  <a:srgbClr val="FFFF00"/>
                </a:solidFill>
              </a:rPr>
            </a:br>
            <a:r>
              <a:rPr lang="te-IN" sz="4000" b="1" i="0" dirty="0">
                <a:solidFill>
                  <a:srgbClr val="FFFF00"/>
                </a:solidFill>
                <a:effectLst/>
                <a:latin typeface="Lato" panose="020F0502020204030203" pitchFamily="34" charset="0"/>
              </a:rPr>
              <a:t>ఒంటరినైయున్న నాతో – నేనున్నానని అన్నావు (2)</a:t>
            </a:r>
            <a:br>
              <a:rPr lang="te-IN" sz="4000" b="1" dirty="0">
                <a:solidFill>
                  <a:srgbClr val="FFFF00"/>
                </a:solidFill>
              </a:rPr>
            </a:br>
            <a:r>
              <a:rPr lang="te-IN" sz="4000" b="1" i="0" dirty="0">
                <a:solidFill>
                  <a:srgbClr val="FFFF00"/>
                </a:solidFill>
                <a:effectLst/>
                <a:latin typeface="Lato" panose="020F0502020204030203" pitchFamily="34" charset="0"/>
              </a:rPr>
              <a:t>కన్నీరు తుడచి నన్నాదరించిన</a:t>
            </a:r>
            <a:br>
              <a:rPr lang="te-IN" sz="4000" b="1" dirty="0">
                <a:solidFill>
                  <a:srgbClr val="FFFF00"/>
                </a:solidFill>
              </a:rPr>
            </a:br>
            <a:r>
              <a:rPr lang="te-IN" sz="4000" b="1" i="0" dirty="0">
                <a:solidFill>
                  <a:srgbClr val="FFFF00"/>
                </a:solidFill>
                <a:effectLst/>
                <a:latin typeface="Lato" panose="020F0502020204030203" pitchFamily="34" charset="0"/>
              </a:rPr>
              <a:t>ఆ జాలి నే మరువగలనా (2)</a:t>
            </a:r>
            <a:endParaRPr lang="en-US" sz="4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777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INTI</dc:creator>
  <cp:lastModifiedBy>AAKASH INTI</cp:lastModifiedBy>
  <cp:revision>1</cp:revision>
  <dcterms:created xsi:type="dcterms:W3CDTF">2025-09-28T08:34:06Z</dcterms:created>
  <dcterms:modified xsi:type="dcterms:W3CDTF">2025-09-28T08:34:06Z</dcterms:modified>
</cp:coreProperties>
</file>