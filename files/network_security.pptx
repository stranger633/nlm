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8B63C-2520-4B5D-A85C-832084D26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1CB32-4F80-4EC8-9D5E-197280524F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5E0FC-4EC8-4820-BF9A-AC5F48C5A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82E5C-4BC6-442E-B5CC-13729BEFAD39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B7E18-4224-4AED-8EE1-2E9725C34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BAFAD-1415-4AFC-994F-F4D1BDD55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642D-CDEE-476C-B723-B09DE9C00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654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349D0-6F8F-4E9D-81E5-9AD933184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0EF7E-2973-4480-9DAC-B25F25E5A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5BE83-136F-4E85-BE07-29188548C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82E5C-4BC6-442E-B5CC-13729BEFAD39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BF3FA-494F-4739-A867-EDA811024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2CC31-3BB2-46CF-81BA-D6062FF65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642D-CDEE-476C-B723-B09DE9C00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340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7341D-0C6B-4EFC-B418-B82231FD6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5BC48-B435-4EF1-A542-7E298C0C5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C5A1C-3E43-4496-A756-DCE007F5D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82E5C-4BC6-442E-B5CC-13729BEFAD39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7E5ED-A4C7-4D5E-ABA6-EFA4CBC31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E91A5-EC1D-4FC4-A1F0-96BD5949E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642D-CDEE-476C-B723-B09DE9C00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863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D9F2B-A505-450B-ACA9-BCFFAA083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6F956-543D-4223-A272-37DB999E0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579FB6-79C6-4E83-A4DD-734EE50E1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C8B58F-70DD-47A8-94FF-DF141E65D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82E5C-4BC6-442E-B5CC-13729BEFAD39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E88E72-DA5C-41B4-BE59-B557452B5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F5E8D3-F98D-4FB0-8A38-79A4A4EAE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642D-CDEE-476C-B723-B09DE9C00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868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ACF71-60AB-40DB-929D-914A64F86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D9FEB0-EA4A-44EE-98FC-5A60CD368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034BC6-5FAB-4DFA-B043-BC172B479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8F3236-B148-48FE-A456-7B2DA07300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C1257-952B-468D-B937-F95CFE2574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540076-FDAF-4943-BCDE-FD42149E0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82E5C-4BC6-442E-B5CC-13729BEFAD39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2298C2-EDCE-4AEE-8C3A-C2A42BE6E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A256A2-59C9-41F3-99BE-9F45BC6FF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642D-CDEE-476C-B723-B09DE9C00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926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8B2C9-F995-4556-AC84-CE7D40696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EDC923-8CCE-4709-8CEE-038AED995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82E5C-4BC6-442E-B5CC-13729BEFAD39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7ABFC4-6976-4E4B-9038-BD57A2634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E63217-8ABB-4D36-8AF4-F818B887A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642D-CDEE-476C-B723-B09DE9C00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182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682DFC-1FC0-44F3-ADB0-DC1D0D992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82E5C-4BC6-442E-B5CC-13729BEFAD39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4B1351-4F4A-42E6-81C1-00BB455A0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01DB40-3767-43AA-98CC-60CB0B127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642D-CDEE-476C-B723-B09DE9C00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540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E0674-6D68-4073-A639-861202C9E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AF75D-D300-41B2-9E48-55AED303C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0C3C1B-2FAA-4ABE-8787-BD2D3A140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154A1C-071D-4A16-8CF4-9D79FF46D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82E5C-4BC6-442E-B5CC-13729BEFAD39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B1D806-8966-457D-AC88-A4169E6C6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52F80-FAA1-4B36-8A27-2251361AF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642D-CDEE-476C-B723-B09DE9C00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185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52296-A38D-4C3F-9031-46DB84020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4F387B-7FB7-4504-B10A-D2B6AAC26A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0F2E7A-D25D-4CDF-AD88-C5015678AB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A934A4-32AF-4AA3-9B31-434B96F6C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82E5C-4BC6-442E-B5CC-13729BEFAD39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522405-F5B8-43AA-85AB-A6C06C672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8BD8C-CA14-4CD4-815A-B8F880F83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642D-CDEE-476C-B723-B09DE9C00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318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30C02-26F8-486F-9CE5-EC4EEEA75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32B505-CEA3-4A2A-9170-9AD90B78B8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48281-E79E-4FA8-880F-14FEE6E05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82E5C-4BC6-442E-B5CC-13729BEFAD39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5FB72-3C8E-4281-911A-D52A68C3A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715DD-3B15-4B9D-8EA0-D52DE16BA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642D-CDEE-476C-B723-B09DE9C00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20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6E313C-227C-425B-A688-9A5165DD44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05A0C0-EB69-426D-9A80-65094B92F4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ACBD8-6343-4091-8D40-FF6DB8AD9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82E5C-4BC6-442E-B5CC-13729BEFAD39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98448-7BA7-434C-96D3-DAECAE92A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56E1E-969F-4C67-A016-E9A172AF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642D-CDEE-476C-B723-B09DE9C00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877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4BFF18-9A05-4C2F-B54A-C2A670BD8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664A6-7E6E-4917-BC23-C588E98DB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CDB65-8A4B-4530-BE65-BDE0B3C29E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782E5C-4BC6-442E-B5CC-13729BEFAD39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9A606-6F71-456D-8D91-5108343586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8AB81-8C7E-4BF5-8316-8D44D906B1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7642D-CDEE-476C-B723-B09DE9C00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47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6660C-1EA7-4F46-AC20-155D2CEACB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This is </a:t>
            </a:r>
            <a:r>
              <a:rPr lang="en-IN"/>
              <a:t>network security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29878F-B9CF-44AE-A658-0788594B6A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486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This is network security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network security</dc:title>
  <dc:creator>A A K A S H</dc:creator>
  <cp:lastModifiedBy>A A K A S H</cp:lastModifiedBy>
  <cp:revision>1</cp:revision>
  <dcterms:created xsi:type="dcterms:W3CDTF">2026-03-07T04:57:03Z</dcterms:created>
  <dcterms:modified xsi:type="dcterms:W3CDTF">2026-03-07T04:57:09Z</dcterms:modified>
</cp:coreProperties>
</file>