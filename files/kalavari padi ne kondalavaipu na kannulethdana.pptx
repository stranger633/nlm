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1" r:id="rId2"/>
    <p:sldId id="329" r:id="rId3"/>
    <p:sldId id="326" r:id="rId4"/>
    <p:sldId id="325" r:id="rId5"/>
    <p:sldId id="33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1FCD-86B9-8BB7-33A7-36D173A33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BC411-8523-D3DD-B798-E96E4C64C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247A-F23E-3F22-6FFA-1C86F377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3928-D1F6-2641-D43B-51EE0AE8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AB2D-B360-C4C0-0995-8B1EACBC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9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9D84-A95B-FA4A-0A0D-33742B9F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D1F7-9FD0-6359-2A59-D18EF5D6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50D5-CB4E-C6DA-F49C-06CA8DC2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5A167-51E7-309D-10AC-EB9FA25A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5EB21-CF7E-3312-2B03-EA361D75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26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31A4-A5AA-A418-1EC0-F6D0550D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548EE-EDD1-BFB5-813F-340F69289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5E6E8-6204-EC49-2A59-A96D4FB3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C77A5-53FA-9DA2-0159-F04C34DC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59B2-4A40-12FE-EDFF-5BAD0A7E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8AC2-5803-7BBC-8868-4F6DC030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124E-D939-EF2E-2D68-3E15C64E0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6CC7C-78C9-91AA-CD07-1C78C6090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FEB94-C53A-F402-66CA-427A1837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E0A80-C8F6-F12A-2B16-A2570DCC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4373E-9E77-22F2-558E-230FB29F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04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F1FD-0300-1D6F-9F12-7837C5C54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43823-1638-8611-2AC6-91A78137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91CD4-3EFC-AAA6-B312-8212AFC3F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B3085-007D-582E-65E7-11AF9E8B6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9C195-8228-125A-54CA-77FEACFD0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4D46A-338B-74B5-011B-994F10B2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BB7C9-D723-A7FA-31AD-EF3FCE0D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6409F2-7B06-66DE-90C4-361B3FB5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178F-6A9C-8CF9-7A55-5A7EAAC6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976B8-A54C-808B-5E90-4D72E413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9316E-5DEF-C28E-4466-C2106CB9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505D7-A247-73F4-C4EB-A13310B3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49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F64BE-9728-3D2E-257F-7C4ECD1F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AD0DB-B072-4D06-70EF-D108038D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C0DE6-074E-E917-A1EF-7EA44D9B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6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CD86-2992-729C-AD02-B50A515E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D65A2-4BCA-9D9C-5AB7-E00E16427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4541E-0CA8-967B-F862-735528CC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6423C-61D4-0374-5420-C0818074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8CE4B-09D4-F1ED-F27C-165AAF0C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009B5-C2D8-ECAE-94F9-654C695A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503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4274-BEB2-1FA1-85A0-310A81D2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2A766-2A13-3A3A-A216-BF8C47E7B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D038F-5016-5ABB-31E2-8D2004D4F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4077A-1151-798C-62BD-ACE76935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9F7A5-3ECE-AD2D-C3E8-76FDF75C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A5FC8-B6BC-F411-4F64-C2EF8989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8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AE55-DBA0-D054-B64D-B305E5A5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12A35-9B88-773B-62A6-2729B75CD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4F76-1F60-4E8B-AA94-3F7DC00A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C905F-572D-EFF5-AFEC-6C2ECFC6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9D418-BB4A-941D-34A9-B9AA6AA7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71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9DA4F-C5EA-DF91-6F02-71765DD15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8DAE0-70DF-5B6D-400E-E7AE12CC6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5760-CE7A-F4E3-EDFC-F43BDC9C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02AA0-EE73-740C-4256-54DDAF54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C0479-B38C-38DF-326B-D3D85956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6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16E5F-66B0-2915-0A30-4194643A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8EF0B-01BC-7E29-CEAD-2BB2DA528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1ADC8-135E-8EF3-CC7D-DC12BC5C7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FC01D-658A-4631-8570-9E10F6360E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7B707-8C04-33C7-3FB2-4D3748A9F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D2145-04A7-1ADD-7438-7FD2CF72B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746AE-F51E-4361-8330-5D1451557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3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D1D7-7F35-F572-BB6C-ED6310A4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4D737-E0EE-EA86-467B-37010D0EEC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DFF1-002D-CD35-5D97-7ECA328605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CF39-03A0-0766-AA08-36E20965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F90A58-9C3F-1607-C88A-C0CB88A62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87038-87A2-7F0D-4BB4-A7B1C60FE33B}"/>
              </a:ext>
            </a:extLst>
          </p:cNvPr>
          <p:cNvSpPr txBox="1"/>
          <p:nvPr/>
        </p:nvSpPr>
        <p:spPr>
          <a:xfrm>
            <a:off x="1354337" y="365125"/>
            <a:ext cx="102899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te-IN" sz="7200" b="1" i="0" dirty="0">
                <a:solidFill>
                  <a:schemeClr val="bg1"/>
                </a:solidFill>
                <a:effectLst/>
                <a:latin typeface="Trebuchet MS" panose="02000000000000000000" pitchFamily="2" charset="0"/>
              </a:rPr>
              <a:t>కలవరపడి నే కొండల వైపు -నా కన్నులెత్తుదునా</a:t>
            </a:r>
          </a:p>
          <a:p>
            <a:pPr algn="ctr">
              <a:buNone/>
            </a:pPr>
            <a:r>
              <a:rPr lang="te-IN" sz="7200" b="1" i="0" dirty="0">
                <a:solidFill>
                  <a:schemeClr val="bg1"/>
                </a:solidFill>
                <a:effectLst/>
                <a:latin typeface="Trebuchet MS" panose="02000000000000000000" pitchFamily="2" charset="0"/>
              </a:rPr>
              <a:t>కొండలవైపు నా కన్నులెత్తి కొదువతో నేను కుమిలేదనా.. - కొదువతో నేను కుమిలేదన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91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CF39-03A0-0766-AA08-36E20965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F90A58-9C3F-1607-C88A-C0CB88A62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2327BA-3466-D54E-AC65-B7D78A0EB8B4}"/>
              </a:ext>
            </a:extLst>
          </p:cNvPr>
          <p:cNvSpPr txBox="1"/>
          <p:nvPr/>
        </p:nvSpPr>
        <p:spPr>
          <a:xfrm>
            <a:off x="1354337" y="490834"/>
            <a:ext cx="89802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1.నీవు నాకుండగా - నీవే నా అండగా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నీవే నా .. నీవే నా.. నీవే నా ..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నీవే నా ఆత్మ దాహము తీర్చినా- వెంబడించిన బంధము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39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CF39-03A0-0766-AA08-36E20965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F90A58-9C3F-1607-C88A-C0CB88A62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4EF8E-3834-3BDD-63A3-340DE0D32639}"/>
              </a:ext>
            </a:extLst>
          </p:cNvPr>
          <p:cNvSpPr txBox="1"/>
          <p:nvPr/>
        </p:nvSpPr>
        <p:spPr>
          <a:xfrm>
            <a:off x="838200" y="365125"/>
            <a:ext cx="1016793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2. సర్వకృపానిధివి సంపదల గణివి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సకలము..  సకలము .. సకలము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సకలము చేయగల నీవైపే నా కన్నులెత్తి చూచెద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15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CF39-03A0-0766-AA08-36E20965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F90A58-9C3F-1607-C88A-C0CB88A62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DFC4BC-4CB1-30F9-5FB3-EA040AD8B052}"/>
              </a:ext>
            </a:extLst>
          </p:cNvPr>
          <p:cNvSpPr txBox="1"/>
          <p:nvPr/>
        </p:nvSpPr>
        <p:spPr>
          <a:xfrm>
            <a:off x="354210" y="669428"/>
            <a:ext cx="1069478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3. నిత్యము కదలని సీయోను కొండపై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యేసయ్య .. యేసయ్య .. యేసయ్య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Trebuchet MS" panose="020B0603020202020204" pitchFamily="34" charset="0"/>
              </a:rPr>
              <a:t>యేసయ్య .. నీదు ముఖము చూచుచు పరవశించి పాడెద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4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2025-09-28T07:23:42Z</dcterms:created>
  <dcterms:modified xsi:type="dcterms:W3CDTF">2025-09-28T07:24:17Z</dcterms:modified>
</cp:coreProperties>
</file>