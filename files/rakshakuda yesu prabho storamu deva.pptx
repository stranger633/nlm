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CD8CF-4FB9-435A-0378-A4D6B2BF6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E1291-0ED2-AAB0-049F-8BC6FF050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D3058-584B-7E65-D78D-AEA7D240A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E122-EBC8-416F-8229-72434EA5E381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4EBF7-D545-74F6-7C85-60674626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452D0-EB3D-97B7-C8B6-4A0CF549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F97B-0C30-4432-9DD0-74C361F0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6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6F3A-3C72-2D47-638B-9C84E943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9AD09-65DF-EFFB-3FE2-AC67B66A3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0D99E-56CD-9D4E-D111-2F86100A7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E122-EBC8-416F-8229-72434EA5E381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7CC23-B6DB-0C34-1169-591D87FA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40832-EB9E-F328-0D14-B6CB690E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F97B-0C30-4432-9DD0-74C361F0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66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C2DDF-6CEC-6A40-5362-591B6B6D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3E92C-6CC0-60CA-2363-6BDDEC12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59BB9-0AFE-FAD9-FBF9-1F6D2E59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E122-EBC8-416F-8229-72434EA5E381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63182-DB6A-597C-78FE-4878253A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B35A-E7AF-5BFD-4EA6-AF5CEE27D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F97B-0C30-4432-9DD0-74C361F0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16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D14F-9CE5-2281-503E-88004649D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BD665-66C0-9A5A-223B-89E577DB6D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C4EFA-E848-75BA-015F-FB050F691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9EF3F-4F01-716F-FDBD-E1236665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E122-EBC8-416F-8229-72434EA5E381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EEB06-30A6-93A9-E51E-EFAF92AAB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55F24-D804-114D-00D1-52AB9B32B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F97B-0C30-4432-9DD0-74C361F0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08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0FC6-237A-F705-443E-ED7004F25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6FE7A-BAFD-2F53-3EC8-079F95D7B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08492-4644-F8A3-9E93-D50D4695C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6FE73-BA3E-69CB-3007-A682538C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7E3C76-8F71-28FA-0A1D-46513F062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8CC209-C0F3-C568-3D46-ABC7B477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E122-EBC8-416F-8229-72434EA5E381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E2B90C-935B-1758-BF17-8F809D80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FFA98C-1962-2F43-45D5-73EEB9C50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F97B-0C30-4432-9DD0-74C361F0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231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2195C-AD4B-0FD4-960C-7A2300C4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9884D-F2E9-8A5A-0931-004F4EA38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E122-EBC8-416F-8229-72434EA5E381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7803D-A680-3178-24A9-23D7E4F8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518CB-5791-3FC4-BE73-9082E2AE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F97B-0C30-4432-9DD0-74C361F0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36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433A3-80C7-C1EB-D56F-9BE003A1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E122-EBC8-416F-8229-72434EA5E381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4EA4A-96EF-44CC-CD7F-1F444EEF7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FF7FB-E621-C2CD-6A45-4EDFDE8D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F97B-0C30-4432-9DD0-74C361F0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25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FB878-AB52-6B41-2B8B-9749DE67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5EAA7-F553-3836-3A44-3DFF0BF71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6BB08-297F-471B-3EA1-B1E8BC563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0F0FB-D6F7-EAA1-06F0-39ACF96A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E122-EBC8-416F-8229-72434EA5E381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EED2A-8061-D133-E735-2861878D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C6DF3-BA85-1B5A-85E1-1B78D93E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F97B-0C30-4432-9DD0-74C361F0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71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867F0-4686-AC2F-D7B7-C144341C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866102-548D-D68D-FA69-B6F949169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09545-B19B-C6CC-07C5-B040E35C5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8C62F-5376-A51C-9A80-167678BB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E122-EBC8-416F-8229-72434EA5E381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D4FC4-4F0D-97CA-2554-D75AC318B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0F5B1-A0F0-AABD-3C2B-F5FD57BA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F97B-0C30-4432-9DD0-74C361F0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549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5B29-A053-84BE-9F98-69FD4850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366F9-DC59-755E-E897-5B367799D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6871E-3892-A0CA-103C-989815718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E122-EBC8-416F-8229-72434EA5E381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0BBAF-148D-633F-0B2B-4CB70D90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A5062-D7D8-B019-D29F-68C4B80D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F97B-0C30-4432-9DD0-74C361F0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7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07E6F-ED50-D1FA-4D99-0ED79DCAE1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B7223-6EBD-F1CE-9473-4333F9623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8B751-7853-39E3-3C33-3EF8BB61B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E122-EBC8-416F-8229-72434EA5E381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32512-F8D0-772E-7632-01A917C7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E8CE-464A-D6E4-3DD9-668CC8CAD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F97B-0C30-4432-9DD0-74C361F0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6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2755E9-9C1A-7501-5A4E-8519FD82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6DE80-7BBC-2912-8A1A-8D4637C4B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81F04-6559-E580-5156-D6CF238B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BE122-EBC8-416F-8229-72434EA5E381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6FE0B-8481-C5E1-1E57-901889BE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EADBC-85C4-6148-C589-BCF124EE5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1F97B-0C30-4432-9DD0-74C361F0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17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495CE-C535-1B2E-CD44-A37BAF049C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FC9C-B6D5-2CD1-04F5-5AF9153C1A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11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157CB-3015-1308-5CAF-7591FC042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469596-D345-D213-E561-4449E6EAB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48819E-4844-FC32-480E-6E341E36A78C}"/>
              </a:ext>
            </a:extLst>
          </p:cNvPr>
          <p:cNvSpPr txBox="1"/>
          <p:nvPr/>
        </p:nvSpPr>
        <p:spPr>
          <a:xfrm>
            <a:off x="838200" y="666749"/>
            <a:ext cx="10515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400" b="1" dirty="0"/>
              <a:t>పల్లవి </a:t>
            </a:r>
            <a:r>
              <a:rPr lang="te-IN" sz="4400" b="1"/>
              <a:t>: </a:t>
            </a:r>
            <a:r>
              <a:rPr lang="te-IN" sz="4400" b="1" dirty="0"/>
              <a:t>రక్షకుడా యేసు ప్రభో </a:t>
            </a:r>
            <a:r>
              <a:rPr lang="te-IN" sz="4400" b="1"/>
              <a:t>స్తోత్రము దేవా</a:t>
            </a:r>
            <a:br>
              <a:rPr lang="te-IN" sz="4400" b="1"/>
            </a:br>
            <a:r>
              <a:rPr lang="te-IN" sz="4400" b="1" dirty="0"/>
              <a:t>స్వచ్ఛమైన నిత్య ప్రేమ </a:t>
            </a:r>
            <a:r>
              <a:rPr lang="te-IN" sz="4400" b="1"/>
              <a:t>చూపిన దేవా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021488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4368D-8D69-07EF-7970-22D911FB8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10EA16-ABDB-B0FB-32DD-AE9AFBEBC0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81" y="273844"/>
            <a:ext cx="11846719" cy="658415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82826C-DFAC-BF35-3E54-0EF653799FA5}"/>
              </a:ext>
            </a:extLst>
          </p:cNvPr>
          <p:cNvSpPr txBox="1"/>
          <p:nvPr/>
        </p:nvSpPr>
        <p:spPr>
          <a:xfrm>
            <a:off x="931664" y="776823"/>
            <a:ext cx="1106983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400" b="1" dirty="0"/>
              <a:t>1. దేవుడే నా పక్షమైన </a:t>
            </a:r>
            <a:r>
              <a:rPr lang="te-IN" sz="4400" b="1"/>
              <a:t>విరోధెవ్వడు?</a:t>
            </a:r>
            <a:br>
              <a:rPr lang="te-IN" sz="4400" b="1"/>
            </a:br>
            <a:r>
              <a:rPr lang="te-IN" sz="4400" b="1"/>
              <a:t>దూతలైనను ప్రధానులైనను</a:t>
            </a:r>
            <a:br>
              <a:rPr lang="te-IN" sz="4400" b="1"/>
            </a:br>
            <a:r>
              <a:rPr lang="te-IN" sz="4400" b="1" dirty="0"/>
              <a:t>ప్రభువు ప్రేమనుండి నన్ను </a:t>
            </a:r>
            <a:r>
              <a:rPr lang="te-IN" sz="4400" b="1"/>
              <a:t>వేరుచేయునా?</a:t>
            </a:r>
            <a:br>
              <a:rPr lang="te-IN" sz="4400" b="1"/>
            </a:br>
            <a:r>
              <a:rPr lang="te-IN" sz="4400" b="1" dirty="0"/>
              <a:t>క్రీస్తు ప్రేమనుండి నన్ను </a:t>
            </a:r>
            <a:r>
              <a:rPr lang="te-IN" sz="4400" b="1"/>
              <a:t>వేరుచేయునా?</a:t>
            </a:r>
            <a:br>
              <a:rPr lang="te-IN" sz="4400" b="1"/>
            </a:br>
            <a:r>
              <a:rPr lang="te-IN" sz="4400" b="1" dirty="0"/>
              <a:t>|| </a:t>
            </a:r>
            <a:r>
              <a:rPr lang="te-IN" sz="4400" b="1"/>
              <a:t>రక్షకుడా ||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238101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3BD7-F37F-6F82-90D0-76F0CD299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D03890-98B1-94AA-12B7-D9CBB3583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F22725-CD0B-8647-1EF1-68DB56EDD298}"/>
              </a:ext>
            </a:extLst>
          </p:cNvPr>
          <p:cNvSpPr txBox="1"/>
          <p:nvPr/>
        </p:nvSpPr>
        <p:spPr>
          <a:xfrm>
            <a:off x="2892624" y="623758"/>
            <a:ext cx="953988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dirty="0"/>
              <a:t>2. నరరూపమెత్తి ప్రభువు రిక్తుడాయెను</a:t>
            </a:r>
            <a:br>
              <a:rPr lang="te-IN" sz="4000" b="1" dirty="0"/>
            </a:br>
            <a:r>
              <a:rPr lang="te-IN" sz="4000" b="1" dirty="0"/>
              <a:t>కరువైనను ఖడ్గమైనను</a:t>
            </a:r>
            <a:endParaRPr lang="en-GB" sz="4000" b="1" dirty="0"/>
          </a:p>
          <a:p>
            <a:pPr algn="ctr"/>
            <a:r>
              <a:rPr lang="en-GB" sz="4000" b="1" dirty="0" err="1"/>
              <a:t>ప్రభువు</a:t>
            </a:r>
            <a:r>
              <a:rPr lang="en-GB" sz="4000" b="1" dirty="0"/>
              <a:t> </a:t>
            </a:r>
            <a:r>
              <a:rPr lang="en-GB" sz="4000" b="1" dirty="0" err="1"/>
              <a:t>ప్రేమనుండి</a:t>
            </a:r>
            <a:r>
              <a:rPr lang="en-GB" sz="4000" b="1" dirty="0"/>
              <a:t> </a:t>
            </a:r>
            <a:r>
              <a:rPr lang="en-GB" sz="4000" b="1" dirty="0" err="1"/>
              <a:t>నన్ను</a:t>
            </a:r>
            <a:r>
              <a:rPr lang="en-GB" sz="4000" b="1" dirty="0"/>
              <a:t> </a:t>
            </a:r>
            <a:r>
              <a:rPr lang="en-GB" sz="4000" b="1" dirty="0" err="1"/>
              <a:t>వేరుచేయునా</a:t>
            </a:r>
            <a:r>
              <a:rPr lang="en-GB" sz="4000" b="1" dirty="0"/>
              <a:t>?
</a:t>
            </a:r>
            <a:r>
              <a:rPr lang="en-GB" sz="4000" b="1" dirty="0" err="1"/>
              <a:t>క్రీస్తు</a:t>
            </a:r>
            <a:r>
              <a:rPr lang="en-GB" sz="4000" b="1" dirty="0"/>
              <a:t> </a:t>
            </a:r>
            <a:r>
              <a:rPr lang="en-GB" sz="4000" b="1" dirty="0" err="1"/>
              <a:t>ప్రేమనుండి</a:t>
            </a:r>
            <a:r>
              <a:rPr lang="en-GB" sz="4000" b="1" dirty="0"/>
              <a:t> </a:t>
            </a:r>
            <a:r>
              <a:rPr lang="en-GB" sz="4000" b="1" dirty="0" err="1"/>
              <a:t>నన్ను</a:t>
            </a:r>
            <a:r>
              <a:rPr lang="en-GB" sz="4000" b="1" dirty="0"/>
              <a:t> </a:t>
            </a:r>
            <a:r>
              <a:rPr lang="en-GB" sz="4000" b="1" dirty="0" err="1"/>
              <a:t>వేరుచేయునా</a:t>
            </a:r>
            <a:r>
              <a:rPr lang="en-GB" sz="4000" b="1" dirty="0"/>
              <a:t>?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06973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F4D4-E3F2-B843-344B-00ED06BD5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B8A338-CD94-4095-4AED-68B43F1EF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224B4E-94D4-1839-9149-7FAB622C37D8}"/>
              </a:ext>
            </a:extLst>
          </p:cNvPr>
          <p:cNvSpPr txBox="1"/>
          <p:nvPr/>
        </p:nvSpPr>
        <p:spPr>
          <a:xfrm>
            <a:off x="250031" y="365125"/>
            <a:ext cx="1013936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400" b="1" dirty="0"/>
              <a:t>3. </a:t>
            </a:r>
            <a:r>
              <a:rPr lang="te-IN" sz="4400" b="1"/>
              <a:t>సర్వలోకరక్షణకై సిలువనెక్కెను</a:t>
            </a:r>
            <a:br>
              <a:rPr lang="te-IN" sz="4400" b="1"/>
            </a:br>
            <a:r>
              <a:rPr lang="te-IN" sz="4400" b="1"/>
              <a:t>శ్రమయైనను </a:t>
            </a:r>
            <a:r>
              <a:rPr lang="te-IN" sz="4400" b="1" dirty="0"/>
              <a:t>బాధయైనను</a:t>
            </a:r>
            <a:endParaRPr lang="en-GB" sz="4400" b="1" dirty="0"/>
          </a:p>
          <a:p>
            <a:pPr algn="ctr"/>
            <a:r>
              <a:rPr lang="en-GB" sz="4400" b="1" dirty="0" err="1"/>
              <a:t>ప్రభువు</a:t>
            </a:r>
            <a:r>
              <a:rPr lang="en-GB" sz="4400" b="1" dirty="0"/>
              <a:t> </a:t>
            </a:r>
            <a:r>
              <a:rPr lang="en-GB" sz="4400" b="1" dirty="0" err="1"/>
              <a:t>ప్రేమనుండి</a:t>
            </a:r>
            <a:r>
              <a:rPr lang="en-GB" sz="4400" b="1" dirty="0"/>
              <a:t> </a:t>
            </a:r>
            <a:r>
              <a:rPr lang="en-GB" sz="4400" b="1" dirty="0" err="1"/>
              <a:t>నన్ను</a:t>
            </a:r>
            <a:r>
              <a:rPr lang="en-GB" sz="4400" b="1" dirty="0"/>
              <a:t> </a:t>
            </a:r>
            <a:r>
              <a:rPr lang="en-GB" sz="4400" b="1" dirty="0" err="1"/>
              <a:t>వేరుచేయునా</a:t>
            </a:r>
            <a:r>
              <a:rPr lang="en-GB" sz="4400" b="1" dirty="0"/>
              <a:t>?
</a:t>
            </a:r>
            <a:r>
              <a:rPr lang="en-GB" sz="4400" b="1" dirty="0" err="1"/>
              <a:t>క్రీస్తు</a:t>
            </a:r>
            <a:r>
              <a:rPr lang="en-GB" sz="4400" b="1" dirty="0"/>
              <a:t> </a:t>
            </a:r>
            <a:r>
              <a:rPr lang="en-GB" sz="4400" b="1" dirty="0" err="1"/>
              <a:t>ప్రేమనుండి</a:t>
            </a:r>
            <a:r>
              <a:rPr lang="en-GB" sz="4400" b="1" dirty="0"/>
              <a:t> </a:t>
            </a:r>
            <a:r>
              <a:rPr lang="en-GB" sz="4400" b="1" dirty="0" err="1"/>
              <a:t>నన్ను</a:t>
            </a:r>
            <a:r>
              <a:rPr lang="en-GB" sz="4400" b="1" dirty="0"/>
              <a:t> </a:t>
            </a:r>
            <a:r>
              <a:rPr lang="en-GB" sz="4400" b="1" dirty="0" err="1"/>
              <a:t>వేరుచేయునా</a:t>
            </a:r>
            <a:r>
              <a:rPr lang="en-GB" sz="4400" b="1" dirty="0"/>
              <a:t>?</a:t>
            </a:r>
          </a:p>
          <a:p>
            <a:pPr algn="ctr"/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702849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5688-6D81-F94E-D46F-96E6A7A6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080174-0066-74EE-E66C-93AF4FEDFF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12218005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C8F727-C074-9601-1128-B6829C9044BA}"/>
              </a:ext>
            </a:extLst>
          </p:cNvPr>
          <p:cNvSpPr txBox="1"/>
          <p:nvPr/>
        </p:nvSpPr>
        <p:spPr>
          <a:xfrm>
            <a:off x="442615" y="272147"/>
            <a:ext cx="103682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dirty="0"/>
              <a:t>4. ఎంచలేని </a:t>
            </a:r>
            <a:r>
              <a:rPr lang="te-IN" sz="4000" b="1"/>
              <a:t>యేసునాకై హింసపొందెనే</a:t>
            </a:r>
            <a:br>
              <a:rPr lang="te-IN" sz="4000" b="1"/>
            </a:br>
            <a:r>
              <a:rPr lang="te-IN" sz="4000" b="1"/>
              <a:t>హింసయైనను </a:t>
            </a:r>
            <a:r>
              <a:rPr lang="te-IN" sz="4000" b="1" dirty="0"/>
              <a:t>హీనతయైనను</a:t>
            </a:r>
            <a:endParaRPr lang="en-GB" sz="4000" b="1" dirty="0"/>
          </a:p>
          <a:p>
            <a:pPr algn="ctr"/>
            <a:r>
              <a:rPr lang="en-GB" sz="4000" b="1" dirty="0"/>
              <a:t>ప్రభువు ప్రేమనుండి నన్ను వేరుచేయునా?
క్రీస్తు ప్రేమనుండి నన్ను వేరుచేయునా?</a:t>
            </a:r>
          </a:p>
        </p:txBody>
      </p:sp>
    </p:spTree>
    <p:extLst>
      <p:ext uri="{BB962C8B-B14F-4D97-AF65-F5344CB8AC3E}">
        <p14:creationId xmlns:p14="http://schemas.microsoft.com/office/powerpoint/2010/main" val="3676611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A3D8-730E-A6F5-E7A7-91CF57515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2C79DE-129A-C6C6-C258-8E5EBF2A9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344" y="0"/>
            <a:ext cx="12275344" cy="676275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0D2EF4-FD61-B96F-D096-4F23736E822A}"/>
              </a:ext>
            </a:extLst>
          </p:cNvPr>
          <p:cNvSpPr txBox="1"/>
          <p:nvPr/>
        </p:nvSpPr>
        <p:spPr>
          <a:xfrm>
            <a:off x="3621286" y="365125"/>
            <a:ext cx="83921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 మరణమున్ జయించి క్రీస్తు తిరిగి లేచెను</a:t>
            </a:r>
            <a:br>
              <a:rPr lang="te-IN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te-IN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మరణమైనను జీవమైనను</a:t>
            </a:r>
            <a:endParaRPr lang="en-GB" sz="4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GB" sz="4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ప్రభువు</a:t>
            </a:r>
            <a:r>
              <a:rPr lang="en-GB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GB" sz="4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ప్రేమనుండి</a:t>
            </a:r>
            <a:r>
              <a:rPr lang="en-GB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GB" sz="4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నన్ను</a:t>
            </a:r>
            <a:r>
              <a:rPr lang="en-GB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GB" sz="4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వేరుచేయునా</a:t>
            </a:r>
            <a:r>
              <a:rPr lang="en-GB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?
</a:t>
            </a:r>
            <a:r>
              <a:rPr lang="en-GB" sz="4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క్రీస్తు</a:t>
            </a:r>
            <a:r>
              <a:rPr lang="en-GB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GB" sz="4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ప్రేమనుండి</a:t>
            </a:r>
            <a:r>
              <a:rPr lang="en-GB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GB" sz="4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నన్ను</a:t>
            </a:r>
            <a:r>
              <a:rPr lang="en-GB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GB" sz="4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వేరుచేయునా</a:t>
            </a:r>
            <a:r>
              <a:rPr lang="en-GB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?</a:t>
            </a:r>
          </a:p>
          <a:p>
            <a:pPr algn="ctr"/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632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0C9D-A978-23F3-C029-B10A31D83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760D9C-3F4E-6D9D-34A8-C1FE37841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C588F3-C64D-D3BA-58EB-A30E22972836}"/>
              </a:ext>
            </a:extLst>
          </p:cNvPr>
          <p:cNvSpPr txBox="1"/>
          <p:nvPr/>
        </p:nvSpPr>
        <p:spPr>
          <a:xfrm>
            <a:off x="-166687" y="391255"/>
            <a:ext cx="9929811" cy="2598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dirty="0">
                <a:solidFill>
                  <a:srgbClr val="FFFF00"/>
                </a:solidFill>
              </a:rPr>
              <a:t>6. నిత్యుడైన తండ్రితో </a:t>
            </a:r>
            <a:r>
              <a:rPr lang="te-IN" sz="4000" b="1">
                <a:solidFill>
                  <a:srgbClr val="FFFF00"/>
                </a:solidFill>
              </a:rPr>
              <a:t>నన్ను జేర్చెను</a:t>
            </a:r>
            <a:br>
              <a:rPr lang="te-IN" sz="4000" b="1">
                <a:solidFill>
                  <a:srgbClr val="FFFF00"/>
                </a:solidFill>
              </a:rPr>
            </a:br>
            <a:r>
              <a:rPr lang="te-IN" sz="4000" b="1">
                <a:solidFill>
                  <a:srgbClr val="FFFF00"/>
                </a:solidFill>
              </a:rPr>
              <a:t>ఎత్తైనను </a:t>
            </a:r>
            <a:r>
              <a:rPr lang="te-IN" sz="4000" b="1" dirty="0">
                <a:solidFill>
                  <a:srgbClr val="FFFF00"/>
                </a:solidFill>
              </a:rPr>
              <a:t>లోతైనను</a:t>
            </a:r>
            <a:endParaRPr lang="en-GB" sz="4000" b="1" dirty="0">
              <a:solidFill>
                <a:srgbClr val="FFFF00"/>
              </a:solidFill>
            </a:endParaRPr>
          </a:p>
          <a:p>
            <a:pPr algn="ctr"/>
            <a:r>
              <a:rPr lang="en-GB" sz="4000" b="1" dirty="0" err="1">
                <a:solidFill>
                  <a:srgbClr val="FFFF00"/>
                </a:solidFill>
              </a:rPr>
              <a:t>ప్రభువు</a:t>
            </a:r>
            <a:r>
              <a:rPr lang="en-GB" sz="4000" b="1" dirty="0">
                <a:solidFill>
                  <a:srgbClr val="FFFF00"/>
                </a:solidFill>
              </a:rPr>
              <a:t> </a:t>
            </a:r>
            <a:r>
              <a:rPr lang="en-GB" sz="4000" b="1" dirty="0" err="1">
                <a:solidFill>
                  <a:srgbClr val="FFFF00"/>
                </a:solidFill>
              </a:rPr>
              <a:t>ప్రేమనుండి</a:t>
            </a:r>
            <a:r>
              <a:rPr lang="en-GB" sz="4000" b="1" dirty="0">
                <a:solidFill>
                  <a:srgbClr val="FFFF00"/>
                </a:solidFill>
              </a:rPr>
              <a:t> </a:t>
            </a:r>
            <a:r>
              <a:rPr lang="en-GB" sz="4000" b="1" dirty="0" err="1">
                <a:solidFill>
                  <a:srgbClr val="FFFF00"/>
                </a:solidFill>
              </a:rPr>
              <a:t>నన్ను</a:t>
            </a:r>
            <a:r>
              <a:rPr lang="en-GB" sz="4000" b="1" dirty="0">
                <a:solidFill>
                  <a:srgbClr val="FFFF00"/>
                </a:solidFill>
              </a:rPr>
              <a:t> </a:t>
            </a:r>
            <a:r>
              <a:rPr lang="en-GB" sz="4000" b="1" dirty="0" err="1">
                <a:solidFill>
                  <a:srgbClr val="FFFF00"/>
                </a:solidFill>
              </a:rPr>
              <a:t>వేరుచేయునా</a:t>
            </a:r>
            <a:r>
              <a:rPr lang="en-GB" sz="4000" b="1" dirty="0">
                <a:solidFill>
                  <a:srgbClr val="FFFF00"/>
                </a:solidFill>
              </a:rPr>
              <a:t>?
</a:t>
            </a:r>
            <a:r>
              <a:rPr lang="en-GB" sz="4000" b="1" dirty="0" err="1">
                <a:solidFill>
                  <a:srgbClr val="FFFF00"/>
                </a:solidFill>
              </a:rPr>
              <a:t>క్రీస్తు</a:t>
            </a:r>
            <a:r>
              <a:rPr lang="en-GB" sz="4000" b="1" dirty="0">
                <a:solidFill>
                  <a:srgbClr val="FFFF00"/>
                </a:solidFill>
              </a:rPr>
              <a:t> </a:t>
            </a:r>
            <a:r>
              <a:rPr lang="en-GB" sz="4000" b="1" dirty="0" err="1">
                <a:solidFill>
                  <a:srgbClr val="FFFF00"/>
                </a:solidFill>
              </a:rPr>
              <a:t>ప్రేమనుండి</a:t>
            </a:r>
            <a:r>
              <a:rPr lang="en-GB" sz="4000" b="1" dirty="0">
                <a:solidFill>
                  <a:srgbClr val="FFFF00"/>
                </a:solidFill>
              </a:rPr>
              <a:t> </a:t>
            </a:r>
            <a:r>
              <a:rPr lang="en-GB" sz="4000" b="1" dirty="0" err="1">
                <a:solidFill>
                  <a:srgbClr val="FFFF00"/>
                </a:solidFill>
              </a:rPr>
              <a:t>నన్ను</a:t>
            </a:r>
            <a:r>
              <a:rPr lang="en-GB" sz="4000" b="1" dirty="0">
                <a:solidFill>
                  <a:srgbClr val="FFFF00"/>
                </a:solidFill>
              </a:rPr>
              <a:t> </a:t>
            </a:r>
            <a:r>
              <a:rPr lang="en-GB" sz="4000" b="1" err="1">
                <a:solidFill>
                  <a:srgbClr val="FFFF00"/>
                </a:solidFill>
              </a:rPr>
              <a:t>వేరుచేయునా</a:t>
            </a:r>
            <a:r>
              <a:rPr lang="en-GB" sz="4000" b="1">
                <a:solidFill>
                  <a:srgbClr val="FFFF00"/>
                </a:solidFill>
              </a:rPr>
              <a:t>?</a:t>
            </a:r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923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B98BB-9D9A-3AC3-BBA0-5DBC701AA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D84715-3C09-08B1-4690-F9A546CBF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55"/>
            <a:ext cx="12192000" cy="682814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5AFA43-1563-5617-BD85-3257120CF638}"/>
              </a:ext>
            </a:extLst>
          </p:cNvPr>
          <p:cNvSpPr txBox="1"/>
          <p:nvPr/>
        </p:nvSpPr>
        <p:spPr>
          <a:xfrm>
            <a:off x="-547687" y="475773"/>
            <a:ext cx="1027509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dirty="0"/>
              <a:t>7. ఎన్నడైన మారని </a:t>
            </a:r>
            <a:r>
              <a:rPr lang="te-IN" sz="4000" b="1"/>
              <a:t>మా యేసుడుండగా</a:t>
            </a:r>
            <a:br>
              <a:rPr lang="te-IN" sz="4000" b="1"/>
            </a:br>
            <a:r>
              <a:rPr lang="te-IN" sz="4000" b="1"/>
              <a:t>ఉన్నవైనను రానున్నవైనను</a:t>
            </a:r>
            <a:br>
              <a:rPr lang="te-IN" sz="4000" b="1"/>
            </a:br>
            <a:r>
              <a:rPr lang="te-IN" sz="4000" b="1" dirty="0"/>
              <a:t>ప్రభువు ప్రేమనుండి నన్ను </a:t>
            </a:r>
            <a:r>
              <a:rPr lang="te-IN" sz="4000" b="1"/>
              <a:t>వేరుచేయునా?</a:t>
            </a:r>
            <a:br>
              <a:rPr lang="te-IN" sz="4000" b="1"/>
            </a:br>
            <a:r>
              <a:rPr lang="te-IN" sz="4000" b="1" dirty="0"/>
              <a:t>హల్లెలూయ హల్లెలూయ </a:t>
            </a:r>
            <a:r>
              <a:rPr lang="te-IN" sz="4000" b="1"/>
              <a:t>ఆమెన్ హల్లెలూయ</a:t>
            </a:r>
            <a:br>
              <a:rPr lang="te-IN" sz="4000" b="1"/>
            </a:br>
            <a:r>
              <a:rPr lang="te-IN" sz="4000" b="1" dirty="0"/>
              <a:t>|| </a:t>
            </a:r>
            <a:r>
              <a:rPr lang="te-IN" sz="4000" b="1"/>
              <a:t>రక్షకుడా ||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99735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2025-09-28T07:32:15Z</dcterms:created>
  <dcterms:modified xsi:type="dcterms:W3CDTF">2025-09-28T07:32:16Z</dcterms:modified>
</cp:coreProperties>
</file>