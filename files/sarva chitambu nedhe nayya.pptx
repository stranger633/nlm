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6" r:id="rId4"/>
    <p:sldId id="267" r:id="rId5"/>
    <p:sldId id="28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3D57-D06C-F02D-8064-AB332C519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6D011-66AD-4B55-38A5-9B9C889C0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E69E1-8686-392D-0ECF-A5D6D6843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1DC7C-F261-2F00-5672-0396F240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3C63B-1C34-82BF-DA45-3684491B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4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32E2-5D6E-B962-35EF-39A136A5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7D38-40E4-220D-EE67-77C10053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2B6E2-AECE-0244-ED3E-826BB091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2777B-C4A6-F260-30C6-9483AA99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E59E1-88B2-03C8-1477-DB5756FB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014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DEAF-052F-3F95-AD9A-25D0CC89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8CA30-626E-A58F-FA15-742D3DD70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9B98B-0D03-67DA-0EF3-A1A659B1D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F7B42-0AF5-0B46-838C-11B65877F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1378B-7502-FEDE-DF19-CFF466D8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04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76DE-9F26-7281-C1A3-AF07CC7D6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C0930-8D25-FC59-83BE-1DD17A476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FF3E6-6417-F48E-5BC3-54A8FE087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0122A-4810-53B8-3A6E-52DE1393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0A83A-4EE5-6AB0-92A7-007C5409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8C183-02DE-BD3E-A3E7-14F829CA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900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0F2A-8ED9-108F-ED4B-71A519163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DEA77-771B-BFA1-9440-7E4247C1F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F1769-718C-F4C9-F259-51AA26678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C1D7CE-E69D-1817-D861-03A36ADCC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F2C63-3269-C00B-1639-E2B8291A4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1556A2-26C4-7E0C-E457-74FA43F6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12791-5B78-1A56-C6E2-14593225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5E734E-CD45-E966-BE37-9A4A72D56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41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FC9C-C8FE-5764-F7F3-BC75BF57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70C13-F34B-D7DF-296A-4B7E0A0C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16AB45-ECAE-BDC2-5246-4BDF5878A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EA32-B80E-8BEB-B6BA-A2FDCDFA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37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024ED7-49CD-E213-02EB-A7002A67E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56520F-6C79-EC8D-78A6-7FD575D8E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E197A-136D-3C61-58C6-38A14559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53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03C34-55FE-F1DF-421F-EBD15C816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379FC-65BB-80E6-2F05-410C7F2D9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19E77-548F-91D2-06AF-474BE339C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5AEB8-304F-AC6C-5A83-9526EE33A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6D50D-2D24-46AE-0AE2-A86EA6210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9434D-EC8B-1D9D-C93A-0ED2949F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31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C2C7A-87EF-EA9B-FD98-1405A95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A3894F-9344-CFD7-C3C6-47D4F114B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AB71F-66C3-F484-EA24-FC1A7DC6B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BD13B-8B87-8596-D6E4-FFF18760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0CBF2-9FF9-6E6A-EB38-95A3A195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7AF54-5B74-F1C9-ED21-C038DFEA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62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C5F4-6D9C-45EC-692A-B148C1CC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36873-4592-B12C-6A53-452C6AA90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3E8D0-CB89-8DEF-C419-13D29B07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5B4CF-9133-3644-44B8-0BC0D910A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5E96C-0536-2FFD-FEDD-8C9164D1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40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336F0B-4923-B339-2858-6D536C045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AB57D-93F3-FCBA-52CF-D5D2FA67E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07766-FB64-0400-F6DF-5207DCE18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615AA-6457-72F8-D904-888CAB847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31D8-9A06-EA5B-461E-F8BA084A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9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8888A-C441-1413-F26B-F9BC3C71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E5472-2704-19BB-9C0F-5CCDD97AB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5EA7C-CF8B-53A1-4057-3BA7C6AD9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4BB33-AEE6-4063-AFBE-E9640DBE37D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1A151-4D16-DD12-DD11-FCDBCFC59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61AA0-E550-A1AA-E756-FC748301E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F16B1-516D-401E-83D7-D9998588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79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03F1-0A68-3890-F077-B8A964FDC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C06B4-71B0-E3C8-42D7-E1479D1D40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376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AFFC-093A-EE1F-EF1F-F450F851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8B2B5B-781E-6F42-3961-728DA9430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8" r="1067" b="1424"/>
          <a:stretch>
            <a:fillRect/>
          </a:stretch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9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8BEB-4583-57C3-65CD-EFAE3131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1656B0-4067-4DDB-9C92-640B74934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02"/>
            <a:ext cx="12192000" cy="68401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97512A-B700-1195-3E78-A1C90EC98154}"/>
              </a:ext>
            </a:extLst>
          </p:cNvPr>
          <p:cNvSpPr txBox="1"/>
          <p:nvPr/>
        </p:nvSpPr>
        <p:spPr>
          <a:xfrm>
            <a:off x="545306" y="91280"/>
            <a:ext cx="1097041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ప్రభూ! సిద్ధించు నీ చిత్తమే</a:t>
            </a:r>
            <a:r>
              <a:rPr lang="en-GB" sz="4000" b="1" i="0" dirty="0">
                <a:effectLst/>
                <a:latin typeface="Lato" panose="020F0502020204030203" pitchFamily="34" charset="0"/>
              </a:rPr>
              <a:t> </a:t>
            </a:r>
            <a:r>
              <a:rPr lang="te-IN" sz="4000" b="1" i="0" dirty="0">
                <a:effectLst/>
                <a:latin typeface="Lato" panose="020F0502020204030203" pitchFamily="34" charset="0"/>
              </a:rPr>
              <a:t>ప్రార్ధించుచుంటి నీ సన్నిధి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పరికింపు నన్నీ దివసంబున</a:t>
            </a:r>
            <a:r>
              <a:rPr lang="en-GB" sz="4000" b="1" i="0" dirty="0">
                <a:effectLst/>
                <a:latin typeface="Lato" panose="020F0502020204030203" pitchFamily="34" charset="0"/>
              </a:rPr>
              <a:t> </a:t>
            </a:r>
            <a:r>
              <a:rPr lang="te-IN" sz="4000" b="1" i="0" dirty="0">
                <a:effectLst/>
                <a:latin typeface="Lato" panose="020F0502020204030203" pitchFamily="34" charset="0"/>
              </a:rPr>
              <a:t>పరిశుభ్రమైన హిమము కన్నా</a:t>
            </a:r>
            <a:r>
              <a:rPr lang="en-GB" sz="4000" b="1" i="0" dirty="0">
                <a:effectLst/>
                <a:latin typeface="Lato" panose="020F0502020204030203" pitchFamily="34" charset="0"/>
              </a:rPr>
              <a:t> </a:t>
            </a:r>
            <a:r>
              <a:rPr lang="te-IN" sz="4000" b="1" i="0" dirty="0">
                <a:effectLst/>
                <a:latin typeface="Lato" panose="020F0502020204030203" pitchFamily="34" charset="0"/>
              </a:rPr>
              <a:t>పరిశుద్ధున్ జేసి పాలింపుమా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పాపంబు పోవ నను కడుగుమా         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15650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FC97-ACE1-0359-0CE5-D3130348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1E9819-CD43-4CEA-4BA0-E198CB60A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1841F1-B299-1F51-EA32-896C9865A9B5}"/>
              </a:ext>
            </a:extLst>
          </p:cNvPr>
          <p:cNvSpPr txBox="1"/>
          <p:nvPr/>
        </p:nvSpPr>
        <p:spPr>
          <a:xfrm>
            <a:off x="119063" y="105638"/>
            <a:ext cx="1033462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నీ చిత్తమే సిద్ధించు ప్రభూ</a:t>
            </a:r>
            <a:r>
              <a:rPr lang="en-GB" sz="4000" b="1" i="0" dirty="0">
                <a:effectLst/>
                <a:latin typeface="Lato" panose="020F0502020204030203" pitchFamily="34" charset="0"/>
              </a:rPr>
              <a:t> </a:t>
            </a:r>
            <a:r>
              <a:rPr lang="te-IN" sz="4000" b="1" i="0" dirty="0">
                <a:effectLst/>
                <a:latin typeface="Lato" panose="020F0502020204030203" pitchFamily="34" charset="0"/>
              </a:rPr>
              <a:t>నిన్నే ప్రార్ధింతు నా రక్షకా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నీఛమౌ గాయముల చేతను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నిత్యంబు కృంగి అలసియుండ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నిజమైన సర్వ శక్తుండవే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నీ చేత పట్టి నన్ రక్షింపుమా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969414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A46D8-8542-A68C-254D-D84B87A32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19BBE9-F6B7-01B4-0F3F-480CBCDCD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CF4479-98FD-6B4C-A5E4-327B51694F15}"/>
              </a:ext>
            </a:extLst>
          </p:cNvPr>
          <p:cNvSpPr txBox="1"/>
          <p:nvPr/>
        </p:nvSpPr>
        <p:spPr>
          <a:xfrm>
            <a:off x="3655219" y="198437"/>
            <a:ext cx="800338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ఆత్మ స్వరూప నీ చిత్తమే</a:t>
            </a:r>
            <a:br>
              <a:rPr lang="te-IN" sz="4000" b="1" dirty="0">
                <a:solidFill>
                  <a:schemeClr val="bg1"/>
                </a:solidFill>
              </a:rPr>
            </a:br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అనిశంబు చెల్లు ఇహ పరమున (2)</a:t>
            </a:r>
            <a:br>
              <a:rPr lang="te-IN" sz="4000" b="1" dirty="0">
                <a:solidFill>
                  <a:schemeClr val="bg1"/>
                </a:solidFill>
              </a:rPr>
            </a:br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అధికంబుగా నన్ నీ ఆత్మతో</a:t>
            </a:r>
            <a:br>
              <a:rPr lang="te-IN" sz="4000" b="1" dirty="0">
                <a:solidFill>
                  <a:schemeClr val="bg1"/>
                </a:solidFill>
              </a:rPr>
            </a:br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ఆవరింపుమో నా రక్షకా</a:t>
            </a:r>
            <a:br>
              <a:rPr lang="te-IN" sz="4000" b="1" dirty="0">
                <a:solidFill>
                  <a:schemeClr val="bg1"/>
                </a:solidFill>
              </a:rPr>
            </a:br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అందరు నాలో క్రీస్తుని జూడ</a:t>
            </a:r>
            <a:br>
              <a:rPr lang="te-IN" sz="4000" b="1" dirty="0">
                <a:solidFill>
                  <a:schemeClr val="bg1"/>
                </a:solidFill>
              </a:rPr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ఆత్మతో నన్ను నింపుము దేవా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25737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2025-09-28T08:13:03Z</dcterms:created>
  <dcterms:modified xsi:type="dcterms:W3CDTF">2025-09-28T08:13:04Z</dcterms:modified>
</cp:coreProperties>
</file>